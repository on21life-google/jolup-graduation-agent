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89966fe54574ec4" /><Relationship Type="http://schemas.openxmlformats.org/officeDocument/2006/relationships/extended-properties" Target="/docProps/app.xml" Id="R91bc61349edd4b0f" /><Relationship Type="http://schemas.openxmlformats.org/officeDocument/2006/relationships/officeDocument" Target="/ppt/presentation.xml" Id="R1bbd474380204eca"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bdb635e2d1854587"/>
  </p:sldMasterIdLst>
  <p:notesMasterIdLst>
    <p:notesMasterId xmlns:r="http://schemas.openxmlformats.org/officeDocument/2006/relationships" r:id="R62df02f31f214e92"/>
  </p:notesMasterIdLst>
  <p:sldIdLst>
    <p:sldId xmlns:r="http://schemas.openxmlformats.org/officeDocument/2006/relationships" id="256" r:id="R8e717665788f4650"/>
    <p:sldId xmlns:r="http://schemas.openxmlformats.org/officeDocument/2006/relationships" id="257" r:id="Rd919fa0c4b7a498f"/>
    <p:sldId xmlns:r="http://schemas.openxmlformats.org/officeDocument/2006/relationships" id="258" r:id="R6186806fe28846c9"/>
    <p:sldId xmlns:r="http://schemas.openxmlformats.org/officeDocument/2006/relationships" id="259" r:id="R1fa565f3b5c54233"/>
    <p:sldId xmlns:r="http://schemas.openxmlformats.org/officeDocument/2006/relationships" id="260" r:id="Rf2d9719e8b644f03"/>
    <p:sldId xmlns:r="http://schemas.openxmlformats.org/officeDocument/2006/relationships" id="261" r:id="R2201558740164367"/>
    <p:sldId xmlns:r="http://schemas.openxmlformats.org/officeDocument/2006/relationships" id="262" r:id="Rb2d687a7fdae4b5f"/>
    <p:sldId xmlns:r="http://schemas.openxmlformats.org/officeDocument/2006/relationships" id="263" r:id="Raf9a5dbdd85343a6"/>
    <p:sldId xmlns:r="http://schemas.openxmlformats.org/officeDocument/2006/relationships" id="264" r:id="Rf9bbf16312f348e8"/>
    <p:sldId xmlns:r="http://schemas.openxmlformats.org/officeDocument/2006/relationships" id="265" r:id="R48d7650530aa44fa"/>
    <p:sldId xmlns:r="http://schemas.openxmlformats.org/officeDocument/2006/relationships" id="266" r:id="R25ca98ba47554615"/>
    <p:sldId xmlns:r="http://schemas.openxmlformats.org/officeDocument/2006/relationships" id="267" r:id="R1066e8bd9b6a44a6"/>
    <p:sldId xmlns:r="http://schemas.openxmlformats.org/officeDocument/2006/relationships" id="268" r:id="R5ceb643dbe8d49ff"/>
    <p:sldId xmlns:r="http://schemas.openxmlformats.org/officeDocument/2006/relationships" id="269" r:id="R6b55e1b17e4a4a58"/>
  </p:sldIdLst>
  <p:sldSz cx="12192000" cy="6858000"/>
  <p:notesSz cx="6858000" cy="9144000"/>
  <p:embeddedFontLst>
    <p:embeddedFont>
      <p:font typeface="IBM Plex Sans KR"/>
      <p:regular xmlns:r="http://schemas.openxmlformats.org/officeDocument/2006/relationships" r:id="Rbc781b00d1df4011"/>
      <p:bold xmlns:r="http://schemas.openxmlformats.org/officeDocument/2006/relationships" r:id="R952a506ad54847a5"/>
    </p:embeddedFont>
  </p:embeddedFontLst>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xmlns:r="http://schemas.openxmlformats.org/officeDocument/2006/relationships" def="{30BA6B5B-347C-4C68-B835-C5660AAF6F3E}">
  <a:tblStyle styleId="{30BA6B5B-347C-4C68-B835-C5660AAF6F3E}"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&#65279;<?xml version="1.0" encoding="utf-8"?><Relationships xmlns="http://schemas.openxmlformats.org/package/2006/relationships"><Relationship Type="http://schemas.openxmlformats.org/officeDocument/2006/relationships/theme" Target="/ppt/theme/theme1.xml" Id="R1c9c8cebb1fd4c2b" /><Relationship Type="http://schemas.openxmlformats.org/officeDocument/2006/relationships/slideMaster" Target="/ppt/slideMasters/slideMaster1.xml" Id="Rbdb635e2d1854587" /><Relationship Type="http://schemas.openxmlformats.org/officeDocument/2006/relationships/notesMaster" Target="/ppt/notesMasters/notesMaster1.xml" Id="R62df02f31f214e92" /><Relationship Type="http://schemas.openxmlformats.org/officeDocument/2006/relationships/presProps" Target="/ppt/presProps.xml" Id="R29b9362057af478c" /><Relationship Type="http://schemas.openxmlformats.org/officeDocument/2006/relationships/tableStyles" Target="/ppt/tableStyles.xml" Id="Rbc69ba5d63f4407b" /><Relationship Type="http://schemas.openxmlformats.org/officeDocument/2006/relationships/font" Target="/ppt/fonts/font.dat" Id="Rbc781b00d1df4011" /><Relationship Type="http://schemas.openxmlformats.org/officeDocument/2006/relationships/font" Target="/ppt/fonts/font2.dat" Id="R952a506ad54847a5" /><Relationship Type="http://schemas.openxmlformats.org/officeDocument/2006/relationships/slide" Target="/ppt/slides/slide1.xml" Id="R8e717665788f4650" /><Relationship Type="http://schemas.openxmlformats.org/officeDocument/2006/relationships/slide" Target="/ppt/slides/slide2.xml" Id="Rd919fa0c4b7a498f" /><Relationship Type="http://schemas.openxmlformats.org/officeDocument/2006/relationships/slide" Target="/ppt/slides/slide3.xml" Id="R6186806fe28846c9" /><Relationship Type="http://schemas.openxmlformats.org/officeDocument/2006/relationships/slide" Target="/ppt/slides/slide4.xml" Id="R1fa565f3b5c54233" /><Relationship Type="http://schemas.openxmlformats.org/officeDocument/2006/relationships/slide" Target="/ppt/slides/slide5.xml" Id="Rf2d9719e8b644f03" /><Relationship Type="http://schemas.openxmlformats.org/officeDocument/2006/relationships/slide" Target="/ppt/slides/slide6.xml" Id="R2201558740164367" /><Relationship Type="http://schemas.openxmlformats.org/officeDocument/2006/relationships/slide" Target="/ppt/slides/slide7.xml" Id="Rb2d687a7fdae4b5f" /><Relationship Type="http://schemas.openxmlformats.org/officeDocument/2006/relationships/slide" Target="/ppt/slides/slide8.xml" Id="Raf9a5dbdd85343a6" /><Relationship Type="http://schemas.openxmlformats.org/officeDocument/2006/relationships/slide" Target="/ppt/slides/slide9.xml" Id="Rf9bbf16312f348e8" /><Relationship Type="http://schemas.openxmlformats.org/officeDocument/2006/relationships/slide" Target="/ppt/slides/slide10.xml" Id="R48d7650530aa44fa" /><Relationship Type="http://schemas.openxmlformats.org/officeDocument/2006/relationships/slide" Target="/ppt/slides/slide11.xml" Id="R25ca98ba47554615" /><Relationship Type="http://schemas.openxmlformats.org/officeDocument/2006/relationships/slide" Target="/ppt/slides/slide12.xml" Id="R1066e8bd9b6a44a6" /><Relationship Type="http://schemas.openxmlformats.org/officeDocument/2006/relationships/slide" Target="/ppt/slides/slide13.xml" Id="R5ceb643dbe8d49ff" /><Relationship Type="http://schemas.openxmlformats.org/officeDocument/2006/relationships/slide" Target="/ppt/slides/slide14.xml" Id="R6b55e1b17e4a4a5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9b4942f6998407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AI Agent 미니 프로젝트 결과 발표 템플릿">
  <a:themeElements>
    <a:clrScheme name="AI Agent 미니 프로젝트 결과 발표 템플릿">
      <a:dk1>
        <a:srgbClr val="1F2937"/>
      </a:dk1>
      <a:lt1>
        <a:srgbClr val="FBFCFE"/>
      </a:lt1>
      <a:dk2>
        <a:srgbClr val="565E69"/>
      </a:dk2>
      <a:lt2>
        <a:srgbClr val="E5E7EA"/>
      </a:lt2>
      <a:accent1>
        <a:srgbClr val="1D4ED8"/>
      </a:accent1>
      <a:accent2>
        <a:srgbClr val="9AA0A6"/>
      </a:accent2>
      <a:accent3>
        <a:srgbClr val="777D87"/>
      </a:accent3>
      <a:accent4>
        <a:srgbClr val="989DA4"/>
      </a:accent4>
      <a:accent5>
        <a:srgbClr val="B9BDC2"/>
      </a:accent5>
      <a:accent6>
        <a:srgbClr val="CFD2D6"/>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I Agent 미니 프로젝트 결과 발표 템플릿">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38cf307fab64bf5" /><Relationship Type="http://schemas.openxmlformats.org/officeDocument/2006/relationships/notesMaster" Target="/ppt/notesMasters/notesMaster1.xml" Id="R42e7a2b537b9466f" /></Relationships>
</file>

<file path=ppt/notesSlides/_rels/notesSlide2.xml.rels>&#65279;<?xml version="1.0" encoding="utf-8"?><Relationships xmlns="http://schemas.openxmlformats.org/package/2006/relationships"><Relationship Type="http://schemas.openxmlformats.org/officeDocument/2006/relationships/slide" Target="/ppt/slides/slide2.xml" Id="R0b76256ac9c2477a" /><Relationship Type="http://schemas.openxmlformats.org/officeDocument/2006/relationships/notesMaster" Target="/ppt/notesMasters/notesMaster1.xml" Id="R25b8bce85b4a4139" /></Relationships>
</file>

<file path=ppt/notesSlides/_rels/notesSlide3.xml.rels>&#65279;<?xml version="1.0" encoding="utf-8"?><Relationships xmlns="http://schemas.openxmlformats.org/package/2006/relationships"><Relationship Type="http://schemas.openxmlformats.org/officeDocument/2006/relationships/slide" Target="/ppt/slides/slide3.xml" Id="R40e3949bee264d72" /><Relationship Type="http://schemas.openxmlformats.org/officeDocument/2006/relationships/notesMaster" Target="/ppt/notesMasters/notesMaster1.xml" Id="Re1e186e262564bf7" /></Relationships>
</file>

<file path=ppt/notesSlides/_rels/notesSlide4.xml.rels>&#65279;<?xml version="1.0" encoding="utf-8"?><Relationships xmlns="http://schemas.openxmlformats.org/package/2006/relationships"><Relationship Type="http://schemas.openxmlformats.org/officeDocument/2006/relationships/slide" Target="/ppt/slides/slide4.xml" Id="Re718f9806a4e41dc" /><Relationship Type="http://schemas.openxmlformats.org/officeDocument/2006/relationships/notesMaster" Target="/ppt/notesMasters/notesMaster1.xml" Id="Rdbb305fc6f6742b5" /></Relationships>
</file>

<file path=ppt/notesSlides/_rels/notesSlide5.xml.rels>&#65279;<?xml version="1.0" encoding="utf-8"?><Relationships xmlns="http://schemas.openxmlformats.org/package/2006/relationships"><Relationship Type="http://schemas.openxmlformats.org/officeDocument/2006/relationships/slide" Target="/ppt/slides/slide5.xml" Id="R8671bcfea6174422" /><Relationship Type="http://schemas.openxmlformats.org/officeDocument/2006/relationships/notesMaster" Target="/ppt/notesMasters/notesMaster1.xml" Id="Rd0874fdf13f64331" /></Relationships>
</file>

<file path=ppt/notesSlides/_rels/notesSlide6.xml.rels>&#65279;<?xml version="1.0" encoding="utf-8"?><Relationships xmlns="http://schemas.openxmlformats.org/package/2006/relationships"><Relationship Type="http://schemas.openxmlformats.org/officeDocument/2006/relationships/slide" Target="/ppt/slides/slide6.xml" Id="R22ec16cbb77d45d0" /><Relationship Type="http://schemas.openxmlformats.org/officeDocument/2006/relationships/notesMaster" Target="/ppt/notesMasters/notesMaster1.xml" Id="R999970c3b81f444e" /></Relationships>
</file>

<file path=ppt/notesSlides/_rels/notesSlide7.xml.rels>&#65279;<?xml version="1.0" encoding="utf-8"?><Relationships xmlns="http://schemas.openxmlformats.org/package/2006/relationships"><Relationship Type="http://schemas.openxmlformats.org/officeDocument/2006/relationships/slide" Target="/ppt/slides/slide7.xml" Id="R1f5005c9b2ca4c61" /><Relationship Type="http://schemas.openxmlformats.org/officeDocument/2006/relationships/notesMaster" Target="/ppt/notesMasters/notesMaster1.xml" Id="R2571fc68572847af" /></Relationships>
</file>

<file path=ppt/notesSlides/_rels/notesSlide8.xml.rels>&#65279;<?xml version="1.0" encoding="utf-8"?><Relationships xmlns="http://schemas.openxmlformats.org/package/2006/relationships"><Relationship Type="http://schemas.openxmlformats.org/officeDocument/2006/relationships/slide" Target="/ppt/slides/slide8.xml" Id="R92951feae237427d" /><Relationship Type="http://schemas.openxmlformats.org/officeDocument/2006/relationships/notesMaster" Target="/ppt/notesMasters/notesMaster1.xml" Id="Re89e5bcdda7d4ccb" /></Relationships>
</file>

<file path=ppt/notesSlides/_rels/notesSlide9.xml.rels>&#65279;<?xml version="1.0" encoding="utf-8"?><Relationships xmlns="http://schemas.openxmlformats.org/package/2006/relationships"><Relationship Type="http://schemas.openxmlformats.org/officeDocument/2006/relationships/slide" Target="/ppt/slides/slide9.xml" Id="R7d3f02758897425c" /><Relationship Type="http://schemas.openxmlformats.org/officeDocument/2006/relationships/notesMaster" Target="/ppt/notesMasters/notesMaster1.xml" Id="R64adffe1b45545e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97907e6a61b495f" /><Relationship Type="http://schemas.openxmlformats.org/officeDocument/2006/relationships/notesMaster" Target="/ppt/notesMasters/notesMaster1.xml" Id="R50faea6e74b4411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c458ebe1fea412e" /><Relationship Type="http://schemas.openxmlformats.org/officeDocument/2006/relationships/notesMaster" Target="/ppt/notesMasters/notesMaster1.xml" Id="Rc1e50e31b2884bd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e8035040b3c41cb" /><Relationship Type="http://schemas.openxmlformats.org/officeDocument/2006/relationships/notesMaster" Target="/ppt/notesMasters/notesMaster1.xml" Id="R30e89b618947489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e32a932857e4fce" /><Relationship Type="http://schemas.openxmlformats.org/officeDocument/2006/relationships/notesMaster" Target="/ppt/notesMasters/notesMaster1.xml" Id="R2ef531d3f7bf442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c46a496537f44bc" /><Relationship Type="http://schemas.openxmlformats.org/officeDocument/2006/relationships/notesMaster" Target="/ppt/notesMasters/notesMaster1.xml" Id="R25d0358a11364c2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20초. 졸업각은 졸업 여부를 승인하는 서비스가 아니라 학교 근거와 가상 성적표를 대조하는 교육용 PoC다. 본 발표 기준일은 2026-10-26이다.</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30초. 2026-10-26 수진과 주미의 ZIP을 수령하여 합쳤다. 수진은 HTML 디자인·달력·관심과목 상호작용, 주미는 RAG 시험·색인 명세를 제공했다. 주미의 rag 구현 폴더는 ZIP에 없어서 테스트의 기대 동작을 기존 제품에 재구현했다. 개인의 직접 코드 작성 범위와 AI 통합 작업을 구분한다. 출처: team_contributions/README.md, docs/팀원_통합결과.md.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40초. 대상은 사용자 지정 2024학번 컴퓨터공학과 전공심화, 2026년 3학년 2학기 재학이며 공학인증은 제외했다. 학교 학칙, 2026-2 강의시간표 안내, 학과 공지를 근거로 한다. 출처: data/sources.json, docs/적용_졸업요건.md 및 data/rules의 검토 규칙.</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40초. 성공 기준은 결론·reason·근거자료·meta와 정답 일치다. 10/22~23 가용시간 계획은 총 5시간 5분이며 실제 전체 개발 소요시간이 아니다. 당초 프롬프트 검증 후 구현 계획과 달리 구현이 먼저 진행됐으며 10/25 ChatGPT 새 대화 시험으로 사후 확인했다. 기록: reports/chatgpt_acceptance_20261025.json. Day4 기능 동결 이후 수업 대조로 범위를 보완했음을 설명한다. 10/26 최종 통합에서는 팀원 파일을 실제로 받아 디자인·월간 일정·관심 목록·NFC 검색·출처 메타를 반영했다.</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40초. 정상 준비 사례도 현재는 90학점이라 졸업요건 미충족이다. 수강 중 15학점은 현재 이수에 넣지 않는다. 목표 2027-2까지 후보 9+9를 완료하면 123이지만 실제 개설·채플·작품·등록 조건이 남는다. 출처: data/samples/on_track, docs/검증결과.md. 미래 후보는 실제 개설 확정이 아니다.</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60초. 로컬 모드는 Streamlit에서 Agent를 직접 실행한다. 선택한 외부 API 기반 LLM은 공식 LangChain으로 호출하며 실제 검증에 사용한 모델은 gpt-4.1-mini다. 코드 기본값 gpt-6-luna와 구분한다. HTTP 모드는 FastAPI /chat을 거치고 LLM키를 전송하지 않는다. Compose는 app/api/mcp/chroma 4서비스 구성, 최신 기동 검증은 별도 상태로 표시한다. Chroma 내부 SQLite 저장파일은 별도 학적 SQL DB 운영이 아니다. 출처: compose.yaml, jolup/chat_client.py, study_api.py, agent.py.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60초. 복합 요청은 규정→학사 계산→일정의 최대 3분야를 처리하고 결과를 합성한다. planning에는 진단이 포함돼 별도 진단 그래프 노드를 중복 실행하지 않는다. planner 내부의 재검증 계산까지 단 한 번으로 보장하는 것은 아니다. 최근 4회 결과는 같은 학생과 학교 자료일 때 명시 재요청에만 재사용한다. 이 구조는 제한된 워크플로이며 수업의 관찰 후 행동 재선택 ReAct 루프와 다르다. 자율 루프가 졸업 계산 결정을 바꾸지 않도록 현 범위를 선택했다. LangGraph version=v2 결과의 .value를 사용한다. 출처: jolup/agent.py, conversation.py, tests/test_agent_conversation.py.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40초. 교수 자료의 도구를 모두 넣는 것이 완전성 기준은 아니다. 학습 목표와 서비스 요구를 대조해 선택·대체·미적용 사유를 기록했다. 수업 Day3는 Qdrant/FastEmbed와 선택 심화 Dense+BM25/RRF, 제품은 Chroma/FastEmbed와 어휘 .55·벡터 .45 가중합 및 출처 보정이다. BM25나 RRF로 소개하지 않는다. Cross-Encoder는 수업에서 구조 소개 범위, SQLite는 Day2 선택 심화다. 상세 근거: docs/수업자료_반영대조표.md, docs/실습코드_비교보고서.md, docs/아키텍처_의사결정.md. 팀원 RAG 캐시는 OpenAI text-embedding-3-small 134청크로 기존 MiniLM 448청크와 호환되지 않아 연결하지 않았다. 기존 모델/규칙으로 색인하고 원본 매니페스트를 보존한다. 파일명 날짜는 등록일이 아니라 참고값이다.</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80초. 코드 발췌는 jolup/llm.py:explain_result의 사실 ID 검증과 필수 문장 병합을 축약했다. Pydantic/공식 LangChain 구조화 출력을 사용한다. 모델이 새로운 학점·URL·판정을 만들지 않도록 facts의 ID만 받는다. mandatory는 현재 판정과 조건을 누락하지 못하게 한다. 실제 OpenAI 3사례 및 분류 기록: reports/fact_selection_live_validation_20261025.json. Claude 실제 계정은 미검증이다.</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60초. 화면 캡처 대신 검증된 사례 결과를 편집 가능한 표로 제시했다. 시연은 앱에서 정상 준비→학점 부족→자료 누락을 선택하고 같은 질문을 실행한다. 부족 사례의34학점은 확정38+현재수강15+남은정규학기18+18=89라는 조건부 계획의 차이다. 계절학기·초과학점은 제외한다. 자료 누락은 알려진90학점을 지우지 않되 전체 판정은 확인 필요로 표시한다. 근거: reports/chatgpt_acceptance_20261025.json 및 data/samples의 기대 정답. 동영상 제작은 사용자 제외 범위다.</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60초. 최신 자동 검사와 실행문/분기 커버리지는 통합 후 reports/quality/manifest.json의 동일 소스 측정이다. 과거 777개 기록을 최신 수치로 재사용하지 않는다. 이전 ChatGPT 인수시험3/3과 검색 hit@5 17/20, 토큰잘림0/448은 측정 시점의 자료다. 통합 후 실제 벡터 포함 회귀시험으로 정상 답변·NFD·메타·UI·달력·관심목록·기존계산을 확인한다. 통합 전 Sonar는 S3776 임계15에서 복잡도경고0, 품질문ERROR(신규12)였으며 새 소스 전체의 Sonar 통과를 의미하지 않는다. 최신 Docker4서비스·Claude실계정은 별도 미검증이다. 출처: docs/검증결과.md, docs/팀원_통합결과.md.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40초. 주미의 NFC 테스트를 현재 제품에 옮기면서 같은 한글의 분해형(NFD) 질문이 검색·범위 검사에서 누락되는 결함을 실제 Red로 재현했다. 비교용 문자열만 정규화하고 인용 원문은 보존한다. 수진의 디자인과 달력·관심목록을 연결하되 시안의 고정85/130·고정일정을 실제학교 자료로 바꿨다. 제공되지 않은 PDF/XLSX파싱과 rag 구현은 있는 것처럼 주장하지 않는다. 제출원본·실제적용·변경사유는 team_contributions와 docs/팀원_통합결과.md.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30초. 팀원 자료의 합집합 통합은 완료했으나 ZIP에 없는 rag 구현은 후속 비교 대상이다. PDF/XLSX는 시안이 파일명만 읽었으므로 제품의 검증된 CSV 입력을 유지했다. 실제 표 파서·회귀 검증을 갖춘 뒤 확장할 수 있다. Sonar 재분석·새 Docker기동·독립 검색평가와 실제 미래개설자료는 별도 과제다. Windows·시연영상은 합의된 제외다.</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질의응답. 예상 질문: 1) 청킹이 왜 필요한가? 임베딩 모델의 입력 한도와 조항·표 의미를 동시에 지켜야 한다. 2) 왜 ReAct가 아닌가? 계산 결정을 고정하고 필요한 도구를 제한적으로 실행한다. 3) 100% 커버리지면 모두 정확한가? 실행률만 의미하며 정답표·원문·독립 검색 평가가 추가로 필요하다. 팀 공유 ZIP의 README에서 실행 및 학습 순서를 확인한다. 발표 기본 합계 600초, 추가 설명이 허용되면 5분 확장한다. 공유 링크: https://github.com/on21life-google/jolup-graduation-agent . 팀원 원본과 통합 결과는 README에서 바로 연결하며 PPT는 artifacts/jolup-presentation-20261026.pptx에 제공한다.</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a9e31e09a194b2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7ceaad6a3f44e6a" /></Relationships>
</file>

<file path=ppt/slideLayouts/slideLayout1.xml><?xml version="1.0" encoding="utf-8"?>
<p:sldLayout xmlns:p="http://schemas.openxmlformats.org/presentationml/2006/main" matchingName="Title and body">
  <p:cSld name="Title and body">
    <p:bg>
      <p:bgPr>
        <a:solidFill xmlns:a="http://schemas.openxmlformats.org/drawingml/2006/main">
          <a:srgbClr val="FBFCFE"/>
        </a:solidFill>
      </p:bgPr>
    </p:bg>
    <p:spTree>
      <p:nvGrpSpPr>
        <p:cNvPr id="1" name=""/>
        <p:cNvGrpSpPr/>
        <p:nvPr/>
      </p:nvGrpSpPr>
      <p:grpSpPr>
        <a:xfrm xmlns:a="http://schemas.openxmlformats.org/drawingml/2006/main"/>
      </p:grpSpPr>
      <p:sp>
        <p:nvSpPr>
          <p:cNvPr id="13" name="Google Shape;13;p16">
            <a:extLst xmlns:a="http://schemas.openxmlformats.org/drawingml/2006/main">
              <a:ext uri="{FF2B5EF4-FFF2-40B4-BE49-F238E27FC236}">
                <a16:creationId xmlns:a16="http://schemas.microsoft.com/office/drawing/2014/main" id="{AE18D53F-F6FE-492E-8FFD-5D0096179FCE}"/>
              </a:ext>
            </a:extLst>
          </p:cNvPr>
          <p:cNvSpPr>
            <a:spLocks xmlns:a="http://schemas.openxmlformats.org/drawingml/2006/main" noGrp="1"/>
          </p:cNvSpPr>
          <p:nvPr>
            <p:ph type="title" idx="0"/>
          </p:nvPr>
        </p:nvSpPr>
        <p:spPr>
          <a:xfrm xmlns:a="http://schemas.openxmlformats.org/drawingml/2006/main">
            <a:off x="812752" y="906680"/>
            <a:ext cx="10566495" cy="39621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algn="l">
              <a:lnSpc>
                <a:spcPct val="115000"/>
              </a:lnSpc>
              <a:spcBef>
                <a:spcPts val="0"/>
              </a:spcBef>
              <a:spcAft>
                <a:spcPts val="0"/>
              </a:spcAft>
              <a:buClr>
                <a:srgbClr val="1F2937"/>
              </a:buClr>
              <a:buSzPts val="2600"/>
              <a:buFont typeface="IBM Plex Sans KR"/>
              <a:buNone/>
              <a:defRPr sz="2600">
                <a:solidFill>
                  <a:srgbClr val="1F2937"/>
                </a:solidFill>
                <a:latin typeface="IBM Plex Sans KR"/>
                <a:ea typeface="IBM Plex Sans KR"/>
                <a:cs typeface="IBM Plex Sans KR"/>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14" name="Google Shape;14;p16">
            <a:extLst xmlns:a="http://schemas.openxmlformats.org/drawingml/2006/main">
              <a:ext uri="{FF2B5EF4-FFF2-40B4-BE49-F238E27FC236}">
                <a16:creationId xmlns:a16="http://schemas.microsoft.com/office/drawing/2014/main" id="{7B12F701-2022-43B5-A589-C43268F5D042}"/>
              </a:ext>
            </a:extLst>
          </p:cNvPr>
          <p:cNvSpPr>
            <a:spLocks xmlns:a="http://schemas.openxmlformats.org/drawingml/2006/main" noGrp="1"/>
          </p:cNvSpPr>
          <p:nvPr>
            <p:ph type="body" idx="1"/>
          </p:nvPr>
        </p:nvSpPr>
        <p:spPr>
          <a:xfrm xmlns:a="http://schemas.openxmlformats.org/drawingml/2006/main">
            <a:off x="812752" y="1607693"/>
            <a:ext cx="10566448" cy="443750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indent="-228600" algn="l">
              <a:lnSpc>
                <a:spcPct val="140000"/>
              </a:lnSpc>
              <a:spcBef>
                <a:spcPts val="320"/>
              </a:spcBef>
              <a:spcAft>
                <a:spcPts val="0"/>
              </a:spcAft>
              <a:buClr>
                <a:srgbClr val="1F2937"/>
              </a:buClr>
              <a:buSzPts val="1600"/>
              <a:buNone/>
              <a:defRPr sz="1600">
                <a:solidFill>
                  <a:srgbClr val="1F2937"/>
                </a:solidFill>
                <a:latin typeface="IBM Plex Sans KR"/>
                <a:ea typeface="IBM Plex Sans KR"/>
                <a:cs typeface="IBM Plex Sans KR"/>
              </a:defRPr>
            </a:lvl1pPr>
            <a:lvl2pPr marL="914400" indent="-342900" algn="l">
              <a:spcBef>
                <a:spcPts val="360"/>
              </a:spcBef>
              <a:spcAft>
                <a:spcPts val="0"/>
              </a:spcAft>
              <a:buClr>
                <a:schemeClr val="dk1"/>
              </a:buClr>
              <a:buSzPts val="1800"/>
              <a:buChar char="–"/>
              <a:defRPr/>
            </a:lvl2pPr>
            <a:lvl3pPr marL="1371600" indent="-342900" algn="l">
              <a:spcBef>
                <a:spcPts val="360"/>
              </a:spcBef>
              <a:spcAft>
                <a:spcPts val="0"/>
              </a:spcAft>
              <a:buClr>
                <a:schemeClr val="dk1"/>
              </a:buClr>
              <a:buSzPts val="1800"/>
              <a:buChar char="•"/>
              <a:defRPr/>
            </a:lvl3pPr>
            <a:lvl4pPr marL="1828800" indent="-342900" algn="l">
              <a:spcBef>
                <a:spcPts val="360"/>
              </a:spcBef>
              <a:spcAft>
                <a:spcPts val="0"/>
              </a:spcAft>
              <a:buClr>
                <a:schemeClr val="dk1"/>
              </a:buClr>
              <a:buSzPts val="1800"/>
              <a:buChar char="–"/>
              <a:defRPr/>
            </a:lvl4pPr>
            <a:lvl5pPr marL="2286000" indent="-342900" algn="l">
              <a:spcBef>
                <a:spcPts val="360"/>
              </a:spcBef>
              <a:spcAft>
                <a:spcPts val="0"/>
              </a:spcAft>
              <a:buClr>
                <a:schemeClr val="dk1"/>
              </a:buClr>
              <a:buSzPts val="1800"/>
              <a:buChar char="»"/>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p:txBody>
      </p:sp>
    </p:spTree>
  </p:cSld>
</p:sldLayout>
</file>

<file path=ppt/slideLayouts/slideLayout2.xml><?xml version="1.0" encoding="utf-8"?>
<p:sldLayout xmlns:p="http://schemas.openxmlformats.org/presentationml/2006/main" matchingName="DEFAULT">
  <p:cSld name="DEFAULT">
    <p:bg>
      <p:bgPr>
        <a:solidFill xmlns:a="http://schemas.openxmlformats.org/drawingml/2006/main">
          <a:schemeClr val="lt1"/>
        </a:solidFill>
      </p:bgPr>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e5037baa6a74234" /><Relationship Type="http://schemas.openxmlformats.org/officeDocument/2006/relationships/slideLayout" Target="/ppt/slideLayouts/slideLayout1.xml" Id="R6d8e87972343483b" /><Relationship Type="http://schemas.openxmlformats.org/officeDocument/2006/relationships/slideLayout" Target="/ppt/slideLayouts/slideLayout2.xml" Id="R9f8c6ec320de4f16" /></Relationships>
</file>

<file path=ppt/slideMasters/slideMaster1.xml><?xml version="1.0" encoding="utf-8"?>
<p:sldMaster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10" name="Google Shape;10;p15">
            <a:extLst xmlns:a="http://schemas.openxmlformats.org/drawingml/2006/main">
              <a:ext uri="{FF2B5EF4-FFF2-40B4-BE49-F238E27FC236}">
                <a16:creationId xmlns:a16="http://schemas.microsoft.com/office/drawing/2014/main" id="{C1284880-6DC1-4068-B686-5E109088D3E9}"/>
              </a:ext>
            </a:extLst>
          </p:cNvPr>
          <p:cNvSpPr>
            <a:spLocks xmlns:a="http://schemas.openxmlformats.org/drawingml/2006/main" noGrp="1"/>
          </p:cNvSpPr>
          <p:nvPr>
            <p:ph type="title" idx="0"/>
          </p:nvPr>
        </p:nvSpPr>
        <p:spPr>
          <a:xfrm xmlns:a="http://schemas.openxmlformats.org/drawingml/2006/main">
            <a:off x="812752" y="906680"/>
            <a:ext cx="10566495" cy="39621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lnSpc>
                <a:spcPct val="115000"/>
              </a:lnSpc>
              <a:spcBef>
                <a:spcPts val="0"/>
              </a:spcBef>
              <a:spcAft>
                <a:spcPts val="0"/>
              </a:spcAft>
              <a:buClr>
                <a:srgbClr val="1F2937"/>
              </a:buClr>
              <a:buSzPts val="2600"/>
              <a:buFont typeface="IBM Plex Sans KR"/>
              <a:buNone/>
              <a:defRPr sz="2600" b="0" i="0" u="none" strike="noStrike" cap="none">
                <a:solidFill>
                  <a:srgbClr val="1F2937"/>
                </a:solidFill>
                <a:latin typeface="IBM Plex Sans KR"/>
                <a:ea typeface="IBM Plex Sans KR"/>
                <a:cs typeface="IBM Plex Sans KR"/>
              </a:defRPr>
            </a:lvl1pPr>
            <a:lvl2pPr>
              <a:spcBef>
                <a:spcPts val="0"/>
              </a:spcBef>
              <a:spcAft>
                <a:spcPts val="0"/>
              </a:spcAft>
              <a:buSzPts val="1400"/>
              <a:buNone/>
              <a:defRPr sz="1800"/>
            </a:lvl2pPr>
            <a:lvl3pPr>
              <a:spcBef>
                <a:spcPts val="0"/>
              </a:spcBef>
              <a:spcAft>
                <a:spcPts val="0"/>
              </a:spcAft>
              <a:buSzPts val="1400"/>
              <a:buNone/>
              <a:defRPr sz="1800"/>
            </a:lvl3pPr>
            <a:lvl4pPr>
              <a:spcBef>
                <a:spcPts val="0"/>
              </a:spcBef>
              <a:spcAft>
                <a:spcPts val="0"/>
              </a:spcAft>
              <a:buSzPts val="1400"/>
              <a:buNone/>
              <a:defRPr sz="1800"/>
            </a:lvl4pPr>
            <a:lvl5pPr>
              <a:spcBef>
                <a:spcPts val="0"/>
              </a:spcBef>
              <a:spcAft>
                <a:spcPts val="0"/>
              </a:spcAft>
              <a:buSzPts val="1400"/>
              <a:buNone/>
              <a:defRPr sz="1800"/>
            </a:lvl5pPr>
            <a:lvl6pPr>
              <a:spcBef>
                <a:spcPts val="0"/>
              </a:spcBef>
              <a:spcAft>
                <a:spcPts val="0"/>
              </a:spcAft>
              <a:buSzPts val="1400"/>
              <a:buNone/>
              <a:defRPr sz="1800"/>
            </a:lvl6pPr>
            <a:lvl7pPr>
              <a:spcBef>
                <a:spcPts val="0"/>
              </a:spcBef>
              <a:spcAft>
                <a:spcPts val="0"/>
              </a:spcAft>
              <a:buSzPts val="1400"/>
              <a:buNone/>
              <a:defRPr sz="1800"/>
            </a:lvl7pPr>
            <a:lvl8pPr>
              <a:spcBef>
                <a:spcPts val="0"/>
              </a:spcBef>
              <a:spcAft>
                <a:spcPts val="0"/>
              </a:spcAft>
              <a:buSzPts val="1400"/>
              <a:buNone/>
              <a:defRPr sz="1800"/>
            </a:lvl8pPr>
            <a:lvl9pPr>
              <a:spcBef>
                <a:spcPts val="0"/>
              </a:spcBef>
              <a:spcAft>
                <a:spcPts val="0"/>
              </a:spcAft>
              <a:buSzPts val="1400"/>
              <a:buNone/>
              <a:defRPr sz="1800"/>
            </a:lvl9pPr>
          </a:lstStyle>
          <a:p xmlns:a="http://schemas.openxmlformats.org/drawingml/2006/main"/>
        </p:txBody>
      </p:sp>
      <p:sp>
        <p:nvSpPr>
          <p:cNvPr id="11" name="Google Shape;11;p15">
            <a:extLst xmlns:a="http://schemas.openxmlformats.org/drawingml/2006/main">
              <a:ext uri="{FF2B5EF4-FFF2-40B4-BE49-F238E27FC236}">
                <a16:creationId xmlns:a16="http://schemas.microsoft.com/office/drawing/2014/main" id="{1094D607-AED5-4BFD-BA2F-DC440B5AA0A6}"/>
              </a:ext>
            </a:extLst>
          </p:cNvPr>
          <p:cNvSpPr>
            <a:spLocks xmlns:a="http://schemas.openxmlformats.org/drawingml/2006/main" noGrp="1"/>
          </p:cNvSpPr>
          <p:nvPr>
            <p:ph type="body" idx="1"/>
          </p:nvPr>
        </p:nvSpPr>
        <p:spPr>
          <a:xfrm xmlns:a="http://schemas.openxmlformats.org/drawingml/2006/main">
            <a:off x="812752" y="1607693"/>
            <a:ext cx="10566448" cy="443750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lnSpc>
                <a:spcPct val="140000"/>
              </a:lnSpc>
              <a:spcBef>
                <a:spcPts val="320"/>
              </a:spcBef>
              <a:spcAft>
                <a:spcPts val="0"/>
              </a:spcAft>
              <a:buClr>
                <a:srgbClr val="1F2937"/>
              </a:buClr>
              <a:buSzPts val="1600"/>
              <a:buFont typeface="Arial"/>
              <a:buNone/>
              <a:defRPr sz="1600" b="0" i="0" u="none" strike="noStrike" cap="none">
                <a:solidFill>
                  <a:srgbClr val="1F2937"/>
                </a:solidFill>
                <a:latin typeface="IBM Plex Sans KR"/>
                <a:ea typeface="IBM Plex Sans KR"/>
                <a:cs typeface="IBM Plex Sans KR"/>
              </a:defRPr>
            </a:lvl1pPr>
            <a:lvl2pPr marL="914400" marR="0" indent="-406400" algn="l">
              <a:spcBef>
                <a:spcPts val="560"/>
              </a:spcBef>
              <a:spcAft>
                <a:spcPts val="0"/>
              </a:spcAft>
              <a:buClr>
                <a:schemeClr val="dk1"/>
              </a:buClr>
              <a:buSzPts val="2800"/>
              <a:buFont typeface="Arial"/>
              <a:buChar char="–"/>
              <a:defRPr sz="2800" b="0" i="0" u="none" strike="noStrike" cap="none">
                <a:solidFill>
                  <a:schemeClr val="dk1"/>
                </a:solidFill>
                <a:latin typeface="IBM Plex Sans KR"/>
                <a:ea typeface="IBM Plex Sans KR"/>
                <a:cs typeface="IBM Plex Sans KR"/>
              </a:defRPr>
            </a:lvl2pPr>
            <a:lvl3pPr marL="1371600" marR="0" indent="-381000" algn="l">
              <a:spcBef>
                <a:spcPts val="480"/>
              </a:spcBef>
              <a:spcAft>
                <a:spcPts val="0"/>
              </a:spcAft>
              <a:buClr>
                <a:schemeClr val="dk1"/>
              </a:buClr>
              <a:buSzPts val="2400"/>
              <a:buFont typeface="Arial"/>
              <a:buChar char="•"/>
              <a:defRPr sz="2400" b="0" i="0" u="none" strike="noStrike" cap="none">
                <a:solidFill>
                  <a:schemeClr val="dk1"/>
                </a:solidFill>
                <a:latin typeface="IBM Plex Sans KR"/>
                <a:ea typeface="IBM Plex Sans KR"/>
                <a:cs typeface="IBM Plex Sans KR"/>
              </a:defRPr>
            </a:lvl3pPr>
            <a:lvl4pPr marL="1828800" marR="0" indent="-355600" algn="l">
              <a:spcBef>
                <a:spcPts val="400"/>
              </a:spcBef>
              <a:spcAft>
                <a:spcPts val="0"/>
              </a:spcAft>
              <a:buClr>
                <a:schemeClr val="dk1"/>
              </a:buClr>
              <a:buSzPts val="2000"/>
              <a:buFont typeface="Arial"/>
              <a:buChar char="–"/>
              <a:defRPr sz="2000" b="0" i="0" u="none" strike="noStrike" cap="none">
                <a:solidFill>
                  <a:schemeClr val="dk1"/>
                </a:solidFill>
                <a:latin typeface="IBM Plex Sans KR"/>
                <a:ea typeface="IBM Plex Sans KR"/>
                <a:cs typeface="IBM Plex Sans KR"/>
              </a:defRPr>
            </a:lvl4pPr>
            <a:lvl5pPr marL="2286000" marR="0" indent="-355600" algn="l">
              <a:spcBef>
                <a:spcPts val="400"/>
              </a:spcBef>
              <a:spcAft>
                <a:spcPts val="0"/>
              </a:spcAft>
              <a:buClr>
                <a:schemeClr val="dk1"/>
              </a:buClr>
              <a:buSzPts val="2000"/>
              <a:buFont typeface="Arial"/>
              <a:buChar char="»"/>
              <a:defRPr sz="2000" b="0" i="0" u="none" strike="noStrike" cap="none">
                <a:solidFill>
                  <a:schemeClr val="dk1"/>
                </a:solidFill>
                <a:latin typeface="IBM Plex Sans KR"/>
                <a:ea typeface="IBM Plex Sans KR"/>
                <a:cs typeface="IBM Plex Sans KR"/>
              </a:defRPr>
            </a:lvl5pPr>
            <a:lvl6pPr marL="2743200" marR="0" indent="-355600" algn="l">
              <a:spcBef>
                <a:spcPts val="400"/>
              </a:spcBef>
              <a:spcAft>
                <a:spcPts val="0"/>
              </a:spcAft>
              <a:buClr>
                <a:schemeClr val="dk1"/>
              </a:buClr>
              <a:buSzPts val="2000"/>
              <a:buFont typeface="Arial"/>
              <a:buChar char="•"/>
              <a:defRPr sz="2000" b="0" i="0" u="none" strike="noStrike" cap="none">
                <a:solidFill>
                  <a:schemeClr val="dk1"/>
                </a:solidFill>
                <a:latin typeface="IBM Plex Sans KR"/>
                <a:ea typeface="IBM Plex Sans KR"/>
                <a:cs typeface="IBM Plex Sans KR"/>
              </a:defRPr>
            </a:lvl6pPr>
            <a:lvl7pPr marL="3200400" marR="0" indent="-355600" algn="l">
              <a:spcBef>
                <a:spcPts val="400"/>
              </a:spcBef>
              <a:spcAft>
                <a:spcPts val="0"/>
              </a:spcAft>
              <a:buClr>
                <a:schemeClr val="dk1"/>
              </a:buClr>
              <a:buSzPts val="2000"/>
              <a:buFont typeface="Arial"/>
              <a:buChar char="•"/>
              <a:defRPr sz="2000" b="0" i="0" u="none" strike="noStrike" cap="none">
                <a:solidFill>
                  <a:schemeClr val="dk1"/>
                </a:solidFill>
                <a:latin typeface="IBM Plex Sans KR"/>
                <a:ea typeface="IBM Plex Sans KR"/>
                <a:cs typeface="IBM Plex Sans KR"/>
              </a:defRPr>
            </a:lvl7pPr>
            <a:lvl8pPr marL="3657600" marR="0" indent="-355600" algn="l">
              <a:spcBef>
                <a:spcPts val="400"/>
              </a:spcBef>
              <a:spcAft>
                <a:spcPts val="0"/>
              </a:spcAft>
              <a:buClr>
                <a:schemeClr val="dk1"/>
              </a:buClr>
              <a:buSzPts val="2000"/>
              <a:buFont typeface="Arial"/>
              <a:buChar char="•"/>
              <a:defRPr sz="2000" b="0" i="0" u="none" strike="noStrike" cap="none">
                <a:solidFill>
                  <a:schemeClr val="dk1"/>
                </a:solidFill>
                <a:latin typeface="IBM Plex Sans KR"/>
                <a:ea typeface="IBM Plex Sans KR"/>
                <a:cs typeface="IBM Plex Sans KR"/>
              </a:defRPr>
            </a:lvl8pPr>
            <a:lvl9pPr marL="4114800" marR="0" indent="-355600" algn="l">
              <a:spcBef>
                <a:spcPts val="400"/>
              </a:spcBef>
              <a:spcAft>
                <a:spcPts val="0"/>
              </a:spcAft>
              <a:buClr>
                <a:schemeClr val="dk1"/>
              </a:buClr>
              <a:buSzPts val="2000"/>
              <a:buFont typeface="Arial"/>
              <a:buChar char="•"/>
              <a:defRPr sz="2000" b="0" i="0" u="none" strike="noStrike" cap="none">
                <a:solidFill>
                  <a:schemeClr val="dk1"/>
                </a:solidFill>
                <a:latin typeface="IBM Plex Sans KR"/>
                <a:ea typeface="IBM Plex Sans KR"/>
                <a:cs typeface="IBM Plex Sans KR"/>
              </a:defRPr>
            </a:lvl9pPr>
          </a:lstStyle>
          <a:p xmlns:a="http://schemas.openxmlformats.org/drawingml/2006/main"/>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6d8e87972343483b"/>
    <p:sldLayoutId xmlns:r="http://schemas.openxmlformats.org/officeDocument/2006/relationships" id="2147483650" r:id="R9f8c6ec320de4f16"/>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AI Agent 미니 프로젝트 결과 발표 템플릿">
  <a:themeElements>
    <a:clrScheme name="AI Agent 미니 프로젝트 결과 발표 템플릿">
      <a:dk1>
        <a:srgbClr val="1F2937"/>
      </a:dk1>
      <a:lt1>
        <a:srgbClr val="FBFCFE"/>
      </a:lt1>
      <a:dk2>
        <a:srgbClr val="565E69"/>
      </a:dk2>
      <a:lt2>
        <a:srgbClr val="E5E7EA"/>
      </a:lt2>
      <a:accent1>
        <a:srgbClr val="1D4ED8"/>
      </a:accent1>
      <a:accent2>
        <a:srgbClr val="9AA0A6"/>
      </a:accent2>
      <a:accent3>
        <a:srgbClr val="777D87"/>
      </a:accent3>
      <a:accent4>
        <a:srgbClr val="989DA4"/>
      </a:accent4>
      <a:accent5>
        <a:srgbClr val="B9BDC2"/>
      </a:accent5>
      <a:accent6>
        <a:srgbClr val="CFD2D6"/>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I Agent 미니 프로젝트 결과 발표 템플릿">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0446100bda94903" /><Relationship Type="http://schemas.openxmlformats.org/officeDocument/2006/relationships/notesSlide" Target="/ppt/notesSlides/notesSlide1.xml" Id="R242c5689d69e46f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8c8024c9c504f86" /><Relationship Type="http://schemas.openxmlformats.org/officeDocument/2006/relationships/notesSlide" Target="/ppt/notesSlides/notesSlide2.xml" Id="R592412637a3c4d0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9ef25f0d9984f62" /><Relationship Type="http://schemas.openxmlformats.org/officeDocument/2006/relationships/notesSlide" Target="/ppt/notesSlides/notesSlide3.xml" Id="R52d4c741c5ad459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9eda5c61df64c0a" /><Relationship Type="http://schemas.openxmlformats.org/officeDocument/2006/relationships/notesSlide" Target="/ppt/notesSlides/notesSlide4.xml" Id="R101c6b6570a04f2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362f2d8787a49e1" /><Relationship Type="http://schemas.openxmlformats.org/officeDocument/2006/relationships/notesSlide" Target="/ppt/notesSlides/notesSlide5.xml" Id="R08804a291e344a0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02c17b1db654b4f" /><Relationship Type="http://schemas.openxmlformats.org/officeDocument/2006/relationships/image" Target="/ppt/media/image.png" Id="R4f1c9c4dddb74589" /><Relationship Type="http://schemas.openxmlformats.org/officeDocument/2006/relationships/image" Target="/ppt/media/image2.png" Id="R9205eee7e1454b96" /><Relationship Type="http://schemas.openxmlformats.org/officeDocument/2006/relationships/notesSlide" Target="/ppt/notesSlides/notesSlide6.xml" Id="R1f8fd2bc12b84db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13cc3a88d4c45ba" /><Relationship Type="http://schemas.openxmlformats.org/officeDocument/2006/relationships/image" Target="/ppt/media/image3.png" Id="R2ec40096465a48e6" /><Relationship Type="http://schemas.openxmlformats.org/officeDocument/2006/relationships/notesSlide" Target="/ppt/notesSlides/notesSlide7.xml" Id="R05865424576b454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74bf57b01464bfe" /><Relationship Type="http://schemas.openxmlformats.org/officeDocument/2006/relationships/notesSlide" Target="/ppt/notesSlides/notesSlide8.xml" Id="R572723981537411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fc24d5355f440b1" /><Relationship Type="http://schemas.openxmlformats.org/officeDocument/2006/relationships/notesSlide" Target="/ppt/notesSlides/notesSlide9.xml" Id="Rca730c33ed67441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a056eaca9c042ff" /><Relationship Type="http://schemas.openxmlformats.org/officeDocument/2006/relationships/notesSlide" Target="/ppt/notesSlides/notesSlide10.xml" Id="R09ceb22106ab434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af7c1303764432f" /><Relationship Type="http://schemas.openxmlformats.org/officeDocument/2006/relationships/notesSlide" Target="/ppt/notesSlides/notesSlide11.xml" Id="R230b1929e894442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558cddaadef4e4a" /><Relationship Type="http://schemas.openxmlformats.org/officeDocument/2006/relationships/notesSlide" Target="/ppt/notesSlides/notesSlide12.xml" Id="R96e3bc3db6e5493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f5777e3ea6f4fbf" /><Relationship Type="http://schemas.openxmlformats.org/officeDocument/2006/relationships/notesSlide" Target="/ppt/notesSlides/notesSlide13.xml" Id="R38057aa09ce341e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d304100628c4da2" /><Relationship Type="http://schemas.openxmlformats.org/officeDocument/2006/relationships/notesSlide" Target="/ppt/notesSlides/notesSlide14.xml" Id="Rcde2472c6a914532" /></Relationships>
</file>

<file path=ppt/slides/slide1.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21" name="Google Shape;21;p1">
            <a:extLst xmlns:a="http://schemas.openxmlformats.org/drawingml/2006/main">
              <a:ext uri="{FF2B5EF4-FFF2-40B4-BE49-F238E27FC236}">
                <a16:creationId xmlns:a16="http://schemas.microsoft.com/office/drawing/2014/main" id="{274202EC-FBBA-400F-993A-2410C0E23B20}"/>
              </a:ext>
            </a:extLst>
          </p:cNvPr>
          <p:cNvSpPr>
            <a:spLocks xmlns:a="http://schemas.openxmlformats.org/drawingml/2006/main" noGrp="1"/>
          </p:cNvSpPr>
          <p:nvPr/>
        </p:nvSpPr>
        <p:spPr>
          <a:xfrm xmlns:a="http://schemas.openxmlformats.org/drawingml/2006/main">
            <a:off x="7492999" y="952500"/>
            <a:ext cx="3302000" cy="3302000"/>
          </a:xfrm>
          <a:prstGeom xmlns:a="http://schemas.openxmlformats.org/drawingml/2006/main" prst="roundRect">
            <a:avLst>
              <a:gd name="adj" fmla="val 49231"/>
            </a:avLst>
          </a:prstGeom>
          <a:solidFill xmlns:a="http://schemas.openxmlformats.org/drawingml/2006/main">
            <a:srgbClr val="EAF0FD"/>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2" name="Google Shape;22;p1">
            <a:extLst xmlns:a="http://schemas.openxmlformats.org/drawingml/2006/main">
              <a:ext uri="{FF2B5EF4-FFF2-40B4-BE49-F238E27FC236}">
                <a16:creationId xmlns:a16="http://schemas.microsoft.com/office/drawing/2014/main" id="{6072C38D-5238-402A-B04A-2041E27D98FF}"/>
              </a:ext>
            </a:extLst>
          </p:cNvPr>
          <p:cNvSpPr>
            <a:spLocks xmlns:a="http://schemas.openxmlformats.org/drawingml/2006/main" noGrp="1"/>
          </p:cNvSpPr>
          <p:nvPr/>
        </p:nvSpPr>
        <p:spPr>
          <a:xfrm xmlns:a="http://schemas.openxmlformats.org/drawingml/2006/main">
            <a:off x="6730999" y="3302000"/>
            <a:ext cx="1524000" cy="1524000"/>
          </a:xfrm>
          <a:prstGeom xmlns:a="http://schemas.openxmlformats.org/drawingml/2006/main" prst="roundRect">
            <a:avLst>
              <a:gd name="adj" fmla="val 50000"/>
            </a:avLst>
          </a:prstGeom>
          <a:solidFill xmlns:a="http://schemas.openxmlformats.org/drawingml/2006/main">
            <a:srgbClr val="1D4ED8"/>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3" name="Google Shape;23;p1">
            <a:extLst xmlns:a="http://schemas.openxmlformats.org/drawingml/2006/main">
              <a:ext uri="{FF2B5EF4-FFF2-40B4-BE49-F238E27FC236}">
                <a16:creationId xmlns:a16="http://schemas.microsoft.com/office/drawing/2014/main" id="{8A4FB7A7-73FB-40C2-AEF7-AB8BF9873E96}"/>
              </a:ext>
            </a:extLst>
          </p:cNvPr>
          <p:cNvSpPr>
            <a:spLocks xmlns:a="http://schemas.openxmlformats.org/drawingml/2006/main" noGrp="1"/>
          </p:cNvSpPr>
          <p:nvPr/>
        </p:nvSpPr>
        <p:spPr>
          <a:xfrm xmlns:a="http://schemas.openxmlformats.org/drawingml/2006/main">
            <a:off x="812752" y="2388285"/>
            <a:ext cx="10883490" cy="2235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marR="0" lvl="0" indent="0" algn="l">
              <a:lnSpc>
                <a:spcPct val="120000"/>
              </a:lnSpc>
              <a:spcBef>
                <a:spcPts val="0"/>
              </a:spcBef>
              <a:spcAft>
                <a:spcPts val="0"/>
              </a:spcAft>
              <a:buClr>
                <a:srgbClr val="1D4ED8"/>
              </a:buClr>
              <a:buSzPts val="1300"/>
              <a:buFont typeface="IBM Plex Sans KR"/>
              <a:buNone/>
            </a:pPr>
            <a:r>
              <a:rPr sz="1300" b="1" i="0" u="none" strike="noStrike" cap="none">
                <a:solidFill>
                  <a:srgbClr val="1D4ED8"/>
                </a:solidFill>
                <a:latin typeface="IBM Plex Sans KR"/>
                <a:ea typeface="IBM Plex Sans KR"/>
                <a:cs typeface="IBM Plex Sans KR"/>
              </a:rPr>
              <a:t>AI Agent 미니 프로젝트 · 결과 발표</a:t>
            </a:r>
            <a:endParaRPr sz="1300" b="0" i="0" u="none" strike="noStrike" cap="none">
              <a:solidFill>
                <a:schemeClr val="dk1"/>
              </a:solidFill>
              <a:latin typeface="IBM Plex Sans KR"/>
              <a:ea typeface="IBM Plex Sans KR"/>
              <a:cs typeface="IBM Plex Sans KR"/>
            </a:endParaRPr>
          </a:p>
        </p:txBody>
      </p:sp>
      <p:sp>
        <p:nvSpPr>
          <p:cNvPr id="24" name="Google Shape;24;p1">
            <a:extLst xmlns:a="http://schemas.openxmlformats.org/drawingml/2006/main">
              <a:ext uri="{FF2B5EF4-FFF2-40B4-BE49-F238E27FC236}">
                <a16:creationId xmlns:a16="http://schemas.microsoft.com/office/drawing/2014/main" id="{BB0AABB6-790A-48C8-B806-2DF8E8895CF8}"/>
              </a:ext>
            </a:extLst>
          </p:cNvPr>
          <p:cNvSpPr>
            <a:spLocks xmlns:a="http://schemas.openxmlformats.org/drawingml/2006/main" noGrp="1"/>
          </p:cNvSpPr>
          <p:nvPr>
            <p:ph type="title" idx="0"/>
          </p:nvPr>
        </p:nvSpPr>
        <p:spPr>
          <a:xfrm xmlns:a="http://schemas.openxmlformats.org/drawingml/2006/main">
            <a:off x="812752" y="2764174"/>
            <a:ext cx="6867524" cy="63875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fontScale="86776"/>
          </a:bodyPr>
          <a:lstStyle xmlns:a="http://schemas.openxmlformats.org/drawingml/2006/main">
            <a:defPPr algn="l">
              <a:defRPr sz="4200" b="1">
                <a:solidFill>
                  <a:srgbClr val="1D4ED8"/>
                </a:solidFill>
                <a:latin typeface="IBM Plex Sans KR"/>
                <a:ea typeface="IBM Plex Sans KR"/>
                <a:cs typeface="IBM Plex Sans KR"/>
              </a:defRPr>
            </a:defPPr>
            <a:lvl1pPr algn="l">
              <a:defRPr sz="4200" b="1">
                <a:solidFill>
                  <a:srgbClr val="1D4ED8"/>
                </a:solidFill>
                <a:latin typeface="IBM Plex Sans KR"/>
                <a:ea typeface="IBM Plex Sans KR"/>
                <a:cs typeface="IBM Plex Sans KR"/>
              </a:defRPr>
            </a:lvl1pPr>
            <a:lvl2pPr algn="l">
              <a:defRPr sz="4200" b="1">
                <a:solidFill>
                  <a:srgbClr val="1D4ED8"/>
                </a:solidFill>
                <a:latin typeface="IBM Plex Sans KR"/>
                <a:ea typeface="IBM Plex Sans KR"/>
                <a:cs typeface="IBM Plex Sans KR"/>
              </a:defRPr>
            </a:lvl2pPr>
            <a:lvl3pPr algn="l">
              <a:defRPr sz="4200" b="1">
                <a:solidFill>
                  <a:srgbClr val="1D4ED8"/>
                </a:solidFill>
                <a:latin typeface="IBM Plex Sans KR"/>
                <a:ea typeface="IBM Plex Sans KR"/>
                <a:cs typeface="IBM Plex Sans KR"/>
              </a:defRPr>
            </a:lvl3pPr>
            <a:lvl4pPr algn="l">
              <a:defRPr sz="4200" b="1">
                <a:solidFill>
                  <a:srgbClr val="1D4ED8"/>
                </a:solidFill>
                <a:latin typeface="IBM Plex Sans KR"/>
                <a:ea typeface="IBM Plex Sans KR"/>
                <a:cs typeface="IBM Plex Sans KR"/>
              </a:defRPr>
            </a:lvl4pPr>
            <a:lvl5pPr algn="l">
              <a:defRPr sz="4200" b="1">
                <a:solidFill>
                  <a:srgbClr val="1D4ED8"/>
                </a:solidFill>
                <a:latin typeface="IBM Plex Sans KR"/>
                <a:ea typeface="IBM Plex Sans KR"/>
                <a:cs typeface="IBM Plex Sans KR"/>
              </a:defRPr>
            </a:lvl5pPr>
            <a:lvl6pPr algn="l">
              <a:defRPr sz="4200" b="1">
                <a:solidFill>
                  <a:srgbClr val="1D4ED8"/>
                </a:solidFill>
                <a:latin typeface="IBM Plex Sans KR"/>
                <a:ea typeface="IBM Plex Sans KR"/>
                <a:cs typeface="IBM Plex Sans KR"/>
              </a:defRPr>
            </a:lvl6pPr>
            <a:lvl7pPr algn="l">
              <a:defRPr sz="4200" b="1">
                <a:solidFill>
                  <a:srgbClr val="1D4ED8"/>
                </a:solidFill>
                <a:latin typeface="IBM Plex Sans KR"/>
                <a:ea typeface="IBM Plex Sans KR"/>
                <a:cs typeface="IBM Plex Sans KR"/>
              </a:defRPr>
            </a:lvl7pPr>
            <a:lvl8pPr algn="l">
              <a:defRPr sz="4200" b="1">
                <a:solidFill>
                  <a:srgbClr val="1D4ED8"/>
                </a:solidFill>
                <a:latin typeface="IBM Plex Sans KR"/>
                <a:ea typeface="IBM Plex Sans KR"/>
                <a:cs typeface="IBM Plex Sans KR"/>
              </a:defRPr>
            </a:lvl8pPr>
            <a:lvl9pPr algn="l">
              <a:defRPr sz="4200" b="1">
                <a:solidFill>
                  <a:srgbClr val="1D4ED8"/>
                </a:solidFill>
                <a:latin typeface="IBM Plex Sans KR"/>
                <a:ea typeface="IBM Plex Sans KR"/>
                <a:cs typeface="IBM Plex Sans KR"/>
              </a:defRPr>
            </a:lvl9pPr>
          </a:lstStyle>
          <a:p xmlns:a="http://schemas.openxmlformats.org/drawingml/2006/main">
            <a:pPr marL="0" lvl="0" indent="0" algn="l">
              <a:lnSpc>
                <a:spcPct val="115000"/>
              </a:lnSpc>
              <a:spcBef>
                <a:spcPts val="0"/>
              </a:spcBef>
              <a:spcAft>
                <a:spcPts val="0"/>
              </a:spcAft>
              <a:buClr>
                <a:srgbClr val="1D4ED8"/>
              </a:buClr>
              <a:buSzPts val="4200"/>
              <a:buFont typeface="IBM Plex Sans KR"/>
              <a:buNone/>
              <a:defRPr sz="4200" b="1">
                <a:solidFill>
                  <a:srgbClr val="1D4ED8"/>
                </a:solidFill>
                <a:latin typeface="IBM Plex Sans KR"/>
                <a:ea typeface="IBM Plex Sans KR"/>
                <a:cs typeface="IBM Plex Sans KR"/>
              </a:defRPr>
            </a:pPr>
            <a:r>
              <a:rPr sz="4200" b="1" i="0">
                <a:solidFill>
                  <a:srgbClr val="1D4ED8"/>
                </a:solidFill>
                <a:latin typeface="IBM Plex Sans KR"/>
                <a:ea typeface="IBM Plex Sans KR"/>
                <a:cs typeface="IBM Plex Sans KR"/>
              </a:rPr>
              <a:t>졸업각</a:t>
            </a:r>
            <a:endParaRPr sz="4200"/>
          </a:p>
        </p:txBody>
      </p:sp>
      <p:sp>
        <p:nvSpPr>
          <p:cNvPr id="25" name="Google Shape;25;p1">
            <a:extLst xmlns:a="http://schemas.openxmlformats.org/drawingml/2006/main">
              <a:ext uri="{FF2B5EF4-FFF2-40B4-BE49-F238E27FC236}">
                <a16:creationId xmlns:a16="http://schemas.microsoft.com/office/drawing/2014/main" id="{E2600992-6EF5-48CF-ABE2-8A5394E0FEB7}"/>
              </a:ext>
            </a:extLst>
          </p:cNvPr>
          <p:cNvSpPr>
            <a:spLocks xmlns:a="http://schemas.openxmlformats.org/drawingml/2006/main" noGrp="1"/>
          </p:cNvSpPr>
          <p:nvPr/>
        </p:nvSpPr>
        <p:spPr>
          <a:xfrm xmlns:a="http://schemas.openxmlformats.org/drawingml/2006/main">
            <a:off x="812752" y="3555278"/>
            <a:ext cx="6540500" cy="311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fontScale="90741"/>
          </a:bodyPr>
          <a:lstStyle xmlns:a="http://schemas.openxmlformats.org/drawingml/2006/main">
            <a:defPPr algn="l">
              <a:defRPr sz="1500">
                <a:solidFill>
                  <a:srgbClr val="1D4ED8"/>
                </a:solidFill>
                <a:latin typeface="IBM Plex Sans KR"/>
                <a:ea typeface="IBM Plex Sans KR"/>
                <a:cs typeface="IBM Plex Sans KR"/>
              </a:defRPr>
            </a:defPPr>
            <a:lvl1pPr algn="l">
              <a:defRPr sz="1500">
                <a:solidFill>
                  <a:srgbClr val="1D4ED8"/>
                </a:solidFill>
                <a:latin typeface="IBM Plex Sans KR"/>
                <a:ea typeface="IBM Plex Sans KR"/>
                <a:cs typeface="IBM Plex Sans KR"/>
              </a:defRPr>
            </a:lvl1pPr>
            <a:lvl2pPr algn="l">
              <a:defRPr sz="1500">
                <a:solidFill>
                  <a:srgbClr val="1D4ED8"/>
                </a:solidFill>
                <a:latin typeface="IBM Plex Sans KR"/>
                <a:ea typeface="IBM Plex Sans KR"/>
                <a:cs typeface="IBM Plex Sans KR"/>
              </a:defRPr>
            </a:lvl2pPr>
            <a:lvl3pPr algn="l">
              <a:defRPr sz="1500">
                <a:solidFill>
                  <a:srgbClr val="1D4ED8"/>
                </a:solidFill>
                <a:latin typeface="IBM Plex Sans KR"/>
                <a:ea typeface="IBM Plex Sans KR"/>
                <a:cs typeface="IBM Plex Sans KR"/>
              </a:defRPr>
            </a:lvl3pPr>
            <a:lvl4pPr algn="l">
              <a:defRPr sz="1500">
                <a:solidFill>
                  <a:srgbClr val="1D4ED8"/>
                </a:solidFill>
                <a:latin typeface="IBM Plex Sans KR"/>
                <a:ea typeface="IBM Plex Sans KR"/>
                <a:cs typeface="IBM Plex Sans KR"/>
              </a:defRPr>
            </a:lvl4pPr>
            <a:lvl5pPr algn="l">
              <a:defRPr sz="1500">
                <a:solidFill>
                  <a:srgbClr val="1D4ED8"/>
                </a:solidFill>
                <a:latin typeface="IBM Plex Sans KR"/>
                <a:ea typeface="IBM Plex Sans KR"/>
                <a:cs typeface="IBM Plex Sans KR"/>
              </a:defRPr>
            </a:lvl5pPr>
            <a:lvl6pPr algn="l">
              <a:defRPr sz="1500">
                <a:solidFill>
                  <a:srgbClr val="1D4ED8"/>
                </a:solidFill>
                <a:latin typeface="IBM Plex Sans KR"/>
                <a:ea typeface="IBM Plex Sans KR"/>
                <a:cs typeface="IBM Plex Sans KR"/>
              </a:defRPr>
            </a:lvl6pPr>
            <a:lvl7pPr algn="l">
              <a:defRPr sz="1500">
                <a:solidFill>
                  <a:srgbClr val="1D4ED8"/>
                </a:solidFill>
                <a:latin typeface="IBM Plex Sans KR"/>
                <a:ea typeface="IBM Plex Sans KR"/>
                <a:cs typeface="IBM Plex Sans KR"/>
              </a:defRPr>
            </a:lvl7pPr>
            <a:lvl8pPr algn="l">
              <a:defRPr sz="1500">
                <a:solidFill>
                  <a:srgbClr val="1D4ED8"/>
                </a:solidFill>
                <a:latin typeface="IBM Plex Sans KR"/>
                <a:ea typeface="IBM Plex Sans KR"/>
                <a:cs typeface="IBM Plex Sans KR"/>
              </a:defRPr>
            </a:lvl8pPr>
            <a:lvl9pPr algn="l">
              <a:defRPr sz="1500">
                <a:solidFill>
                  <a:srgbClr val="1D4ED8"/>
                </a:solidFill>
                <a:latin typeface="IBM Plex Sans KR"/>
                <a:ea typeface="IBM Plex Sans KR"/>
                <a:cs typeface="IBM Plex Sans KR"/>
              </a:defRPr>
            </a:lvl9pPr>
          </a:lstStyle>
          <a:p xmlns:a="http://schemas.openxmlformats.org/drawingml/2006/main">
            <a:pPr marL="0" marR="0" lvl="0" indent="0" algn="l">
              <a:lnSpc>
                <a:spcPct val="150000"/>
              </a:lnSpc>
              <a:spcBef>
                <a:spcPts val="0"/>
              </a:spcBef>
              <a:spcAft>
                <a:spcPts val="0"/>
              </a:spcAft>
              <a:buClr>
                <a:srgbClr val="1D4ED8"/>
              </a:buClr>
              <a:buSzPts val="1500"/>
              <a:buFont typeface="IBM Plex Sans KR"/>
              <a:buNone/>
              <a:defRPr sz="1500">
                <a:solidFill>
                  <a:srgbClr val="1D4ED8"/>
                </a:solidFill>
                <a:latin typeface="IBM Plex Sans KR"/>
                <a:ea typeface="IBM Plex Sans KR"/>
                <a:cs typeface="IBM Plex Sans KR"/>
              </a:defRPr>
            </a:pPr>
            <a:r>
              <a:rPr sz="1500" b="0" i="0" u="none" strike="noStrike" cap="none">
                <a:solidFill>
                  <a:srgbClr val="1D4ED8"/>
                </a:solidFill>
                <a:latin typeface="IBM Plex Sans KR"/>
                <a:ea typeface="IBM Plex Sans KR"/>
                <a:cs typeface="IBM Plex Sans KR"/>
              </a:rPr>
              <a:t>성적표와 학교 근거로 확인하는 졸업 로드맵 에이전트</a:t>
            </a:r>
            <a:endParaRPr sz="1500" b="0" i="0" u="none" strike="noStrike" cap="none">
              <a:solidFill>
                <a:schemeClr val="dk1"/>
              </a:solidFill>
              <a:latin typeface="IBM Plex Sans KR"/>
              <a:ea typeface="IBM Plex Sans KR"/>
              <a:cs typeface="IBM Plex Sans KR"/>
            </a:endParaRPr>
          </a:p>
        </p:txBody>
      </p:sp>
      <p:sp>
        <p:nvSpPr>
          <p:cNvPr id="26" name="Google Shape;26;p1">
            <a:extLst xmlns:a="http://schemas.openxmlformats.org/drawingml/2006/main">
              <a:ext uri="{FF2B5EF4-FFF2-40B4-BE49-F238E27FC236}">
                <a16:creationId xmlns:a16="http://schemas.microsoft.com/office/drawing/2014/main" id="{7769D76B-67DC-4681-B540-8E74E87DC28C}"/>
              </a:ext>
            </a:extLst>
          </p:cNvPr>
          <p:cNvSpPr>
            <a:spLocks xmlns:a="http://schemas.openxmlformats.org/drawingml/2006/main" noGrp="1"/>
          </p:cNvSpPr>
          <p:nvPr/>
        </p:nvSpPr>
        <p:spPr>
          <a:xfrm xmlns:a="http://schemas.openxmlformats.org/drawingml/2006/main">
            <a:off x="812752" y="4018780"/>
            <a:ext cx="10883490" cy="2730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fontScale="91892"/>
          </a:bodyPr>
          <a:lstStyle xmlns:a="http://schemas.openxmlformats.org/drawingml/2006/main">
            <a:defPPr algn="l">
              <a:defRPr sz="1300">
                <a:solidFill>
                  <a:srgbClr val="1F2937"/>
                </a:solidFill>
                <a:latin typeface="IBM Plex Sans KR"/>
                <a:ea typeface="IBM Plex Sans KR"/>
                <a:cs typeface="IBM Plex Sans KR"/>
              </a:defRPr>
            </a:defPPr>
            <a:lvl1pPr algn="l">
              <a:defRPr sz="1300">
                <a:solidFill>
                  <a:srgbClr val="1F2937"/>
                </a:solidFill>
                <a:latin typeface="IBM Plex Sans KR"/>
                <a:ea typeface="IBM Plex Sans KR"/>
                <a:cs typeface="IBM Plex Sans KR"/>
              </a:defRPr>
            </a:lvl1pPr>
            <a:lvl2pPr algn="l">
              <a:defRPr sz="1300">
                <a:solidFill>
                  <a:srgbClr val="1F2937"/>
                </a:solidFill>
                <a:latin typeface="IBM Plex Sans KR"/>
                <a:ea typeface="IBM Plex Sans KR"/>
                <a:cs typeface="IBM Plex Sans KR"/>
              </a:defRPr>
            </a:lvl2pPr>
            <a:lvl3pPr algn="l">
              <a:defRPr sz="1300">
                <a:solidFill>
                  <a:srgbClr val="1F2937"/>
                </a:solidFill>
                <a:latin typeface="IBM Plex Sans KR"/>
                <a:ea typeface="IBM Plex Sans KR"/>
                <a:cs typeface="IBM Plex Sans KR"/>
              </a:defRPr>
            </a:lvl3pPr>
            <a:lvl4pPr algn="l">
              <a:defRPr sz="1300">
                <a:solidFill>
                  <a:srgbClr val="1F2937"/>
                </a:solidFill>
                <a:latin typeface="IBM Plex Sans KR"/>
                <a:ea typeface="IBM Plex Sans KR"/>
                <a:cs typeface="IBM Plex Sans KR"/>
              </a:defRPr>
            </a:lvl4pPr>
            <a:lvl5pPr algn="l">
              <a:defRPr sz="1300">
                <a:solidFill>
                  <a:srgbClr val="1F2937"/>
                </a:solidFill>
                <a:latin typeface="IBM Plex Sans KR"/>
                <a:ea typeface="IBM Plex Sans KR"/>
                <a:cs typeface="IBM Plex Sans KR"/>
              </a:defRPr>
            </a:lvl5pPr>
            <a:lvl6pPr algn="l">
              <a:defRPr sz="1300">
                <a:solidFill>
                  <a:srgbClr val="1F2937"/>
                </a:solidFill>
                <a:latin typeface="IBM Plex Sans KR"/>
                <a:ea typeface="IBM Plex Sans KR"/>
                <a:cs typeface="IBM Plex Sans KR"/>
              </a:defRPr>
            </a:lvl6pPr>
            <a:lvl7pPr algn="l">
              <a:defRPr sz="1300">
                <a:solidFill>
                  <a:srgbClr val="1F2937"/>
                </a:solidFill>
                <a:latin typeface="IBM Plex Sans KR"/>
                <a:ea typeface="IBM Plex Sans KR"/>
                <a:cs typeface="IBM Plex Sans KR"/>
              </a:defRPr>
            </a:lvl7pPr>
            <a:lvl8pPr algn="l">
              <a:defRPr sz="1300">
                <a:solidFill>
                  <a:srgbClr val="1F2937"/>
                </a:solidFill>
                <a:latin typeface="IBM Plex Sans KR"/>
                <a:ea typeface="IBM Plex Sans KR"/>
                <a:cs typeface="IBM Plex Sans KR"/>
              </a:defRPr>
            </a:lvl8pPr>
            <a:lvl9pPr algn="l">
              <a:defRPr sz="1300">
                <a:solidFill>
                  <a:srgbClr val="1F2937"/>
                </a:solidFill>
                <a:latin typeface="IBM Plex Sans KR"/>
                <a:ea typeface="IBM Plex Sans KR"/>
                <a:cs typeface="IBM Plex Sans KR"/>
              </a:defRPr>
            </a:lvl9pPr>
          </a:lstStyle>
          <a:p xmlns:a="http://schemas.openxmlformats.org/drawingml/2006/main">
            <a:pPr marL="0" marR="0" lvl="0" indent="0" algn="l">
              <a:lnSpc>
                <a:spcPct val="150000"/>
              </a:lnSpc>
              <a:spcBef>
                <a:spcPts val="0"/>
              </a:spcBef>
              <a:spcAft>
                <a:spcPts val="0"/>
              </a:spcAft>
              <a:buClr>
                <a:srgbClr val="1F2937"/>
              </a:buClr>
              <a:buSzPts val="1300"/>
              <a:buFont typeface="IBM Plex Sans KR"/>
              <a:buNone/>
              <a:defRPr sz="1300">
                <a:solidFill>
                  <a:srgbClr val="1F2937"/>
                </a:solidFill>
                <a:latin typeface="IBM Plex Sans KR"/>
                <a:ea typeface="IBM Plex Sans KR"/>
                <a:cs typeface="IBM Plex Sans KR"/>
              </a:defRPr>
            </a:pPr>
            <a:r>
              <a:rPr sz="1300" b="0" i="0" u="none" strike="noStrike" cap="none">
                <a:solidFill>
                  <a:srgbClr val="1F2937"/>
                </a:solidFill>
                <a:latin typeface="IBM Plex Sans KR"/>
                <a:ea typeface="IBM Plex Sans KR"/>
                <a:cs typeface="IBM Plex Sans KR"/>
              </a:rPr>
              <a:t>5조 졸업각 · 김주미 / 윤석현 / 우수진 · 2026.10.26</a:t>
            </a:r>
            <a:endParaRPr sz="1300" b="0" i="0" u="none" strike="noStrike" cap="none">
              <a:solidFill>
                <a:schemeClr val="dk1"/>
              </a:solidFill>
              <a:latin typeface="IBM Plex Sans KR"/>
              <a:ea typeface="IBM Plex Sans KR"/>
              <a:cs typeface="IBM Plex Sans KR"/>
            </a:endParaRPr>
          </a:p>
        </p:txBody>
      </p:sp>
      <p:sp>
        <p:nvSpPr>
          <p:cNvPr id="27" name="Google Shape;27;p1">
            <a:extLst xmlns:a="http://schemas.openxmlformats.org/drawingml/2006/main">
              <a:ext uri="{FF2B5EF4-FFF2-40B4-BE49-F238E27FC236}">
                <a16:creationId xmlns:a16="http://schemas.microsoft.com/office/drawing/2014/main" id="{367119A6-468F-4B3C-9B23-4600180DF1B6}"/>
              </a:ext>
            </a:extLst>
          </p:cNvPr>
          <p:cNvSpPr>
            <a:spLocks xmlns:a="http://schemas.openxmlformats.org/drawingml/2006/main" noGrp="1"/>
          </p:cNvSpPr>
          <p:nvPr/>
        </p:nvSpPr>
        <p:spPr>
          <a:xfrm xmlns:a="http://schemas.openxmlformats.org/drawingml/2006/main">
            <a:off x="812752" y="6238334"/>
            <a:ext cx="2518641" cy="23869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marR="0" lvl="0" indent="0" algn="l">
              <a:lnSpc>
                <a:spcPct val="140000"/>
              </a:lnSpc>
              <a:spcBef>
                <a:spcPts val="0"/>
              </a:spcBef>
              <a:spcAft>
                <a:spcPts val="0"/>
              </a:spcAft>
              <a:buClr>
                <a:srgbClr val="1F2937"/>
              </a:buClr>
              <a:buSzPts val="1200"/>
              <a:buFont typeface="IBM Plex Sans KR"/>
              <a:buNone/>
            </a:pPr>
            <a:r>
              <a:rPr sz="1200" b="0" i="0" u="none" strike="noStrike" cap="none">
                <a:solidFill>
                  <a:srgbClr val="1F2937"/>
                </a:solidFill>
                <a:latin typeface="IBM Plex Sans KR"/>
                <a:ea typeface="IBM Plex Sans KR"/>
                <a:cs typeface="IBM Plex Sans KR"/>
              </a:rPr>
              <a:t>AI Agent 미니 프로젝트 결과 발표</a:t>
            </a:r>
            <a:endParaRPr sz="1200" b="0" i="0" u="none" strike="noStrike" cap="none">
              <a:solidFill>
                <a:schemeClr val="dk1"/>
              </a:solidFill>
              <a:latin typeface="IBM Plex Sans KR"/>
              <a:ea typeface="IBM Plex Sans KR"/>
              <a:cs typeface="IBM Plex Sans KR"/>
            </a:endParaRPr>
          </a:p>
        </p:txBody>
      </p:sp>
      <p:sp>
        <p:nvSpPr>
          <p:cNvPr id="28" name="Google Shape;28;p1">
            <a:extLst xmlns:a="http://schemas.openxmlformats.org/drawingml/2006/main">
              <a:ext uri="{FF2B5EF4-FFF2-40B4-BE49-F238E27FC236}">
                <a16:creationId xmlns:a16="http://schemas.microsoft.com/office/drawing/2014/main" id="{9F32723C-5F9C-4998-9359-6EBCEAFB37C9}"/>
              </a:ext>
            </a:extLst>
          </p:cNvPr>
          <p:cNvSpPr>
            <a:spLocks xmlns:a="http://schemas.openxmlformats.org/drawingml/2006/main" noGrp="1"/>
          </p:cNvSpPr>
          <p:nvPr/>
        </p:nvSpPr>
        <p:spPr>
          <a:xfrm xmlns:a="http://schemas.openxmlformats.org/drawingml/2006/main">
            <a:off x="10974615" y="6238334"/>
            <a:ext cx="485559" cy="23869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marR="0" lvl="0" indent="0" algn="l">
              <a:lnSpc>
                <a:spcPct val="140000"/>
              </a:lnSpc>
              <a:spcBef>
                <a:spcPts val="0"/>
              </a:spcBef>
              <a:spcAft>
                <a:spcPts val="0"/>
              </a:spcAft>
              <a:buClr>
                <a:srgbClr val="1F2937"/>
              </a:buClr>
              <a:buSzPts val="1200"/>
              <a:buFont typeface="IBM Plex Sans KR"/>
              <a:buNone/>
            </a:pPr>
            <a:r>
              <a:rPr sz="1200" b="0" i="0" u="none" strike="noStrike" cap="none">
                <a:solidFill>
                  <a:srgbClr val="1F2937"/>
                </a:solidFill>
                <a:latin typeface="IBM Plex Sans KR"/>
                <a:ea typeface="IBM Plex Sans KR"/>
                <a:cs typeface="IBM Plex Sans KR"/>
              </a:rPr>
              <a:t>1 / 14</a:t>
            </a:r>
            <a:endParaRPr sz="1200" b="0" i="0" u="none" strike="noStrike" cap="none">
              <a:solidFill>
                <a:schemeClr val="dk1"/>
              </a:solidFill>
              <a:latin typeface="IBM Plex Sans KR"/>
              <a:ea typeface="IBM Plex Sans KR"/>
              <a:cs typeface="IBM Plex Sans KR"/>
            </a:endParaRPr>
          </a:p>
        </p:txBody>
      </p:sp>
    </p:spTree>
    <p:extLst>
      <p:ext uri="{BB962C8B-B14F-4D97-AF65-F5344CB8AC3E}">
        <p14:creationId xmlns:p14="http://schemas.microsoft.com/office/powerpoint/2010/main" val="2071665081"/>
      </p:ext>
    </p:extLst>
  </p:cSld>
</p:sld>
</file>

<file path=ppt/slides/slide2.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34" name="Google Shape;34;p2">
            <a:extLst xmlns:a="http://schemas.openxmlformats.org/drawingml/2006/main">
              <a:ext uri="{FF2B5EF4-FFF2-40B4-BE49-F238E27FC236}">
                <a16:creationId xmlns:a16="http://schemas.microsoft.com/office/drawing/2014/main" id="{2ABA35A4-116E-47EF-9F76-B41A682B54EE}"/>
              </a:ext>
            </a:extLst>
          </p:cNvPr>
          <p:cNvSpPr>
            <a:spLocks xmlns:a="http://schemas.openxmlformats.org/drawingml/2006/main" noGrp="1"/>
          </p:cNvSpPr>
          <p:nvPr/>
        </p:nvSpPr>
        <p:spPr>
          <a:xfrm xmlns:a="http://schemas.openxmlformats.org/drawingml/2006/main">
            <a:off x="812752" y="660376"/>
            <a:ext cx="10883490" cy="20820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marR="0" lvl="0" indent="0" algn="l">
              <a:lnSpc>
                <a:spcPct val="120000"/>
              </a:lnSpc>
              <a:spcBef>
                <a:spcPts val="0"/>
              </a:spcBef>
              <a:spcAft>
                <a:spcPts val="0"/>
              </a:spcAft>
              <a:buClr>
                <a:srgbClr val="1D4ED8"/>
              </a:buClr>
              <a:buSzPts val="1200"/>
              <a:buFont typeface="IBM Plex Sans KR"/>
              <a:buNone/>
            </a:pPr>
            <a:r>
              <a:rPr sz="1200" b="1" i="0" u="none" strike="noStrike" cap="none">
                <a:solidFill>
                  <a:srgbClr val="1D4ED8"/>
                </a:solidFill>
                <a:latin typeface="IBM Plex Sans KR"/>
                <a:ea typeface="IBM Plex Sans KR"/>
                <a:cs typeface="IBM Plex Sans KR"/>
              </a:rPr>
              <a:t>01 · 프로젝트와 팀</a:t>
            </a:r>
            <a:endParaRPr sz="1200" b="0" i="0" u="none" strike="noStrike" cap="none">
              <a:solidFill>
                <a:schemeClr val="dk1"/>
              </a:solidFill>
              <a:latin typeface="IBM Plex Sans KR"/>
              <a:ea typeface="IBM Plex Sans KR"/>
              <a:cs typeface="IBM Plex Sans KR"/>
            </a:endParaRPr>
          </a:p>
        </p:txBody>
      </p:sp>
      <p:sp>
        <p:nvSpPr>
          <p:cNvPr id="35" name="Google Shape;35;p2">
            <a:extLst xmlns:a="http://schemas.openxmlformats.org/drawingml/2006/main">
              <a:ext uri="{FF2B5EF4-FFF2-40B4-BE49-F238E27FC236}">
                <a16:creationId xmlns:a16="http://schemas.microsoft.com/office/drawing/2014/main" id="{6998138C-BE68-4A47-B946-258F67B9FAE4}"/>
              </a:ext>
            </a:extLst>
          </p:cNvPr>
          <p:cNvSpPr>
            <a:spLocks xmlns:a="http://schemas.openxmlformats.org/drawingml/2006/main" noGrp="1"/>
          </p:cNvSpPr>
          <p:nvPr>
            <p:ph type="title" idx="0"/>
          </p:nvPr>
        </p:nvSpPr>
        <p:spPr>
          <a:xfrm xmlns:a="http://schemas.openxmlformats.org/drawingml/2006/main">
            <a:off x="812752" y="906680"/>
            <a:ext cx="10883490" cy="42161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lvl="0" indent="0" algn="l">
              <a:lnSpc>
                <a:spcPct val="120000"/>
              </a:lnSpc>
              <a:spcBef>
                <a:spcPts val="0"/>
              </a:spcBef>
              <a:spcAft>
                <a:spcPts val="0"/>
              </a:spcAft>
              <a:buClr>
                <a:srgbClr val="1F2937"/>
              </a:buClr>
              <a:buSzPts val="2600"/>
              <a:buFont typeface="IBM Plex Sans KR"/>
              <a:buNone/>
            </a:pPr>
            <a:r>
              <a:rPr sz="2600" b="1" i="0">
                <a:solidFill>
                  <a:srgbClr val="1F2937"/>
                </a:solidFill>
                <a:latin typeface="IBM Plex Sans KR"/>
                <a:ea typeface="IBM Plex Sans KR"/>
                <a:cs typeface="IBM Plex Sans KR"/>
              </a:rPr>
              <a:t>프로젝트 주제와 팀원</a:t>
            </a:r>
            <a:endParaRPr sz="2600"/>
          </a:p>
        </p:txBody>
      </p:sp>
      <p:sp>
        <p:nvSpPr>
          <p:cNvPr id="36" name="Google Shape;36;p2">
            <a:extLst xmlns:a="http://schemas.openxmlformats.org/drawingml/2006/main">
              <a:ext uri="{FF2B5EF4-FFF2-40B4-BE49-F238E27FC236}">
                <a16:creationId xmlns:a16="http://schemas.microsoft.com/office/drawing/2014/main" id="{4A674C62-F540-4530-98CF-699616DC9E4C}"/>
              </a:ext>
            </a:extLst>
          </p:cNvPr>
          <p:cNvSpPr>
            <a:spLocks xmlns:a="http://schemas.openxmlformats.org/drawingml/2006/main" noGrp="1"/>
          </p:cNvSpPr>
          <p:nvPr/>
        </p:nvSpPr>
        <p:spPr>
          <a:xfrm xmlns:a="http://schemas.openxmlformats.org/drawingml/2006/main">
            <a:off x="812768" y="1506093"/>
            <a:ext cx="10566464" cy="1714500"/>
          </a:xfrm>
          <a:prstGeom xmlns:a="http://schemas.openxmlformats.org/drawingml/2006/main" prst="roundRect">
            <a:avLst>
              <a:gd name="adj" fmla="val 4130"/>
            </a:avLst>
          </a:prstGeom>
          <a:solidFill xmlns:a="http://schemas.openxmlformats.org/drawingml/2006/main">
            <a:srgbClr val="EAF0FD"/>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7" name="Google Shape;37;p2">
            <a:extLst xmlns:a="http://schemas.openxmlformats.org/drawingml/2006/main">
              <a:ext uri="{FF2B5EF4-FFF2-40B4-BE49-F238E27FC236}">
                <a16:creationId xmlns:a16="http://schemas.microsoft.com/office/drawing/2014/main" id="{DCB48811-BC6A-4BD1-9D7A-DA0EDB2ECFFC}"/>
              </a:ext>
            </a:extLst>
          </p:cNvPr>
          <p:cNvSpPr>
            <a:spLocks xmlns:a="http://schemas.openxmlformats.org/drawingml/2006/main" noGrp="1"/>
          </p:cNvSpPr>
          <p:nvPr/>
        </p:nvSpPr>
        <p:spPr>
          <a:xfrm xmlns:a="http://schemas.openxmlformats.org/drawingml/2006/main">
            <a:off x="1015940" y="1683833"/>
            <a:ext cx="10464923" cy="22347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marR="0" lvl="0" indent="0" algn="l">
              <a:lnSpc>
                <a:spcPct val="130000"/>
              </a:lnSpc>
              <a:spcBef>
                <a:spcPts val="0"/>
              </a:spcBef>
              <a:spcAft>
                <a:spcPts val="0"/>
              </a:spcAft>
              <a:buClr>
                <a:srgbClr val="1D4ED8"/>
              </a:buClr>
              <a:buSzPts val="1200"/>
              <a:buFont typeface="IBM Plex Sans KR"/>
              <a:buNone/>
            </a:pPr>
            <a:r>
              <a:rPr sz="1200" b="1" i="0" u="none" strike="noStrike" cap="none">
                <a:solidFill>
                  <a:srgbClr val="1D4ED8"/>
                </a:solidFill>
                <a:latin typeface="IBM Plex Sans KR"/>
                <a:ea typeface="IBM Plex Sans KR"/>
                <a:cs typeface="IBM Plex Sans KR"/>
              </a:rPr>
              <a:t>프로젝트 주제</a:t>
            </a:r>
            <a:endParaRPr sz="1200" b="0" i="0" u="none" strike="noStrike" cap="none">
              <a:solidFill>
                <a:schemeClr val="dk1"/>
              </a:solidFill>
              <a:latin typeface="IBM Plex Sans KR"/>
              <a:ea typeface="IBM Plex Sans KR"/>
              <a:cs typeface="IBM Plex Sans KR"/>
            </a:endParaRPr>
          </a:p>
        </p:txBody>
      </p:sp>
      <p:sp>
        <p:nvSpPr>
          <p:cNvPr id="38" name="Google Shape;38;p2">
            <a:extLst xmlns:a="http://schemas.openxmlformats.org/drawingml/2006/main">
              <a:ext uri="{FF2B5EF4-FFF2-40B4-BE49-F238E27FC236}">
                <a16:creationId xmlns:a16="http://schemas.microsoft.com/office/drawing/2014/main" id="{23ACCE2B-92E3-4A3A-8560-55F17FFB325F}"/>
              </a:ext>
            </a:extLst>
          </p:cNvPr>
          <p:cNvSpPr>
            <a:spLocks xmlns:a="http://schemas.openxmlformats.org/drawingml/2006/main" noGrp="1"/>
          </p:cNvSpPr>
          <p:nvPr/>
        </p:nvSpPr>
        <p:spPr>
          <a:xfrm xmlns:a="http://schemas.openxmlformats.org/drawingml/2006/main">
            <a:off x="1015940" y="1945409"/>
            <a:ext cx="10464923" cy="2920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fontScale="91266"/>
          </a:bodyPr>
          <a:lstStyle xmlns:a="http://schemas.openxmlformats.org/drawingml/2006/main">
            <a:defPPr algn="l">
              <a:defRPr sz="1400">
                <a:solidFill>
                  <a:srgbClr val="1D4ED8"/>
                </a:solidFill>
                <a:latin typeface="IBM Plex Sans KR"/>
                <a:ea typeface="IBM Plex Sans KR"/>
                <a:cs typeface="IBM Plex Sans KR"/>
              </a:defRPr>
            </a:defPPr>
            <a:lvl1pPr algn="l">
              <a:defRPr sz="1400">
                <a:solidFill>
                  <a:srgbClr val="1D4ED8"/>
                </a:solidFill>
                <a:latin typeface="IBM Plex Sans KR"/>
                <a:ea typeface="IBM Plex Sans KR"/>
                <a:cs typeface="IBM Plex Sans KR"/>
              </a:defRPr>
            </a:lvl1pPr>
            <a:lvl2pPr algn="l">
              <a:defRPr sz="1400">
                <a:solidFill>
                  <a:srgbClr val="1D4ED8"/>
                </a:solidFill>
                <a:latin typeface="IBM Plex Sans KR"/>
                <a:ea typeface="IBM Plex Sans KR"/>
                <a:cs typeface="IBM Plex Sans KR"/>
              </a:defRPr>
            </a:lvl2pPr>
            <a:lvl3pPr algn="l">
              <a:defRPr sz="1400">
                <a:solidFill>
                  <a:srgbClr val="1D4ED8"/>
                </a:solidFill>
                <a:latin typeface="IBM Plex Sans KR"/>
                <a:ea typeface="IBM Plex Sans KR"/>
                <a:cs typeface="IBM Plex Sans KR"/>
              </a:defRPr>
            </a:lvl3pPr>
            <a:lvl4pPr algn="l">
              <a:defRPr sz="1400">
                <a:solidFill>
                  <a:srgbClr val="1D4ED8"/>
                </a:solidFill>
                <a:latin typeface="IBM Plex Sans KR"/>
                <a:ea typeface="IBM Plex Sans KR"/>
                <a:cs typeface="IBM Plex Sans KR"/>
              </a:defRPr>
            </a:lvl4pPr>
            <a:lvl5pPr algn="l">
              <a:defRPr sz="1400">
                <a:solidFill>
                  <a:srgbClr val="1D4ED8"/>
                </a:solidFill>
                <a:latin typeface="IBM Plex Sans KR"/>
                <a:ea typeface="IBM Plex Sans KR"/>
                <a:cs typeface="IBM Plex Sans KR"/>
              </a:defRPr>
            </a:lvl5pPr>
            <a:lvl6pPr algn="l">
              <a:defRPr sz="1400">
                <a:solidFill>
                  <a:srgbClr val="1D4ED8"/>
                </a:solidFill>
                <a:latin typeface="IBM Plex Sans KR"/>
                <a:ea typeface="IBM Plex Sans KR"/>
                <a:cs typeface="IBM Plex Sans KR"/>
              </a:defRPr>
            </a:lvl6pPr>
            <a:lvl7pPr algn="l">
              <a:defRPr sz="1400">
                <a:solidFill>
                  <a:srgbClr val="1D4ED8"/>
                </a:solidFill>
                <a:latin typeface="IBM Plex Sans KR"/>
                <a:ea typeface="IBM Plex Sans KR"/>
                <a:cs typeface="IBM Plex Sans KR"/>
              </a:defRPr>
            </a:lvl7pPr>
            <a:lvl8pPr algn="l">
              <a:defRPr sz="1400">
                <a:solidFill>
                  <a:srgbClr val="1D4ED8"/>
                </a:solidFill>
                <a:latin typeface="IBM Plex Sans KR"/>
                <a:ea typeface="IBM Plex Sans KR"/>
                <a:cs typeface="IBM Plex Sans KR"/>
              </a:defRPr>
            </a:lvl8pPr>
            <a:lvl9pPr algn="l">
              <a:defRPr sz="1400">
                <a:solidFill>
                  <a:srgbClr val="1D4ED8"/>
                </a:solidFill>
                <a:latin typeface="IBM Plex Sans KR"/>
                <a:ea typeface="IBM Plex Sans KR"/>
                <a:cs typeface="IBM Plex Sans KR"/>
              </a:defRPr>
            </a:lvl9pPr>
          </a:lstStyle>
          <a:p xmlns:a="http://schemas.openxmlformats.org/drawingml/2006/main">
            <a:pPr marL="0" marR="0" lvl="0" indent="0" algn="l">
              <a:lnSpc>
                <a:spcPct val="150000"/>
              </a:lnSpc>
              <a:spcBef>
                <a:spcPts val="0"/>
              </a:spcBef>
              <a:spcAft>
                <a:spcPts val="0"/>
              </a:spcAft>
              <a:buClr>
                <a:srgbClr val="1D4ED8"/>
              </a:buClr>
              <a:buSzPts val="1400"/>
              <a:buFont typeface="IBM Plex Sans KR"/>
              <a:buNone/>
              <a:defRPr sz="1400">
                <a:solidFill>
                  <a:srgbClr val="1D4ED8"/>
                </a:solidFill>
                <a:latin typeface="IBM Plex Sans KR"/>
                <a:ea typeface="IBM Plex Sans KR"/>
                <a:cs typeface="IBM Plex Sans KR"/>
              </a:defRPr>
            </a:pPr>
            <a:r>
              <a:rPr sz="1400" b="0" i="0" u="none" strike="noStrike" cap="none">
                <a:solidFill>
                  <a:srgbClr val="1D4ED8"/>
                </a:solidFill>
                <a:latin typeface="IBM Plex Sans KR"/>
                <a:ea typeface="IBM Plex Sans KR"/>
                <a:cs typeface="IBM Plex Sans KR"/>
              </a:rPr>
              <a:t>“나 졸업 괜찮아?”에 현재 충족 여부와 목표까지의 준비 상태를 구분해 답한다.</a:t>
            </a:r>
            <a:endParaRPr sz="1400" b="0" i="0" u="none" strike="noStrike" cap="none">
              <a:solidFill>
                <a:schemeClr val="dk1"/>
              </a:solidFill>
              <a:latin typeface="IBM Plex Sans KR"/>
              <a:ea typeface="IBM Plex Sans KR"/>
              <a:cs typeface="IBM Plex Sans KR"/>
            </a:endParaRPr>
          </a:p>
        </p:txBody>
      </p:sp>
      <p:cxnSp>
        <p:nvCxnSpPr>
          <p:cNvPr id="39" name="Google Shape;39;p2">
            <a:extLst xmlns:a="http://schemas.openxmlformats.org/drawingml/2006/main">
              <a:ext uri="{FF2B5EF4-FFF2-40B4-BE49-F238E27FC236}">
                <a16:creationId xmlns:a16="http://schemas.microsoft.com/office/drawing/2014/main" id="{D6215DC8-FFFF-4ECC-8109-18C1A9A122F2}"/>
              </a:ext>
            </a:extLst>
          </p:cNvPr>
          <p:cNvCxnSpPr/>
          <p:nvPr/>
        </p:nvCxnSpPr>
        <p:spPr>
          <a:xfrm xmlns:a="http://schemas.openxmlformats.org/drawingml/2006/main">
            <a:off x="11376089" y="3333750"/>
            <a:ext cx="0" cy="1828800"/>
          </a:xfrm>
          <a:prstGeom xmlns:a="http://schemas.openxmlformats.org/drawingml/2006/main" prst="straightConnector1">
            <a:avLst/>
          </a:prstGeom>
          <a:ln xmlns:a="http://schemas.openxmlformats.org/drawingml/2006/main" w="9525" cap="flat">
            <a:solidFill>
              <a:srgbClr val="CBD5E1"/>
            </a:solidFill>
            <a:prstDash val="solid"/>
            <a:round/>
            <a:headEnd type="none" w="sm" len="sm"/>
            <a:tailEnd type="none" w="sm" len="sm"/>
          </a:ln>
        </p:spPr>
      </p:cxnSp>
      <p:cxnSp>
        <p:nvCxnSpPr>
          <p:cNvPr id="40" name="Google Shape;40;p2">
            <a:extLst xmlns:a="http://schemas.openxmlformats.org/drawingml/2006/main">
              <a:ext uri="{FF2B5EF4-FFF2-40B4-BE49-F238E27FC236}">
                <a16:creationId xmlns:a16="http://schemas.microsoft.com/office/drawing/2014/main" id="{B2C2388C-185B-4149-A454-21EBE270A5A4}"/>
              </a:ext>
            </a:extLst>
          </p:cNvPr>
          <p:cNvCxnSpPr/>
          <p:nvPr/>
        </p:nvCxnSpPr>
        <p:spPr>
          <a:xfrm xmlns:a="http://schemas.openxmlformats.org/drawingml/2006/main">
            <a:off x="812768" y="5162550"/>
            <a:ext cx="10566464" cy="0"/>
          </a:xfrm>
          <a:prstGeom xmlns:a="http://schemas.openxmlformats.org/drawingml/2006/main" prst="straightConnector1">
            <a:avLst/>
          </a:prstGeom>
          <a:ln xmlns:a="http://schemas.openxmlformats.org/drawingml/2006/main" w="9525" cap="flat">
            <a:solidFill>
              <a:srgbClr val="CBD5E1"/>
            </a:solidFill>
            <a:prstDash val="solid"/>
            <a:round/>
            <a:headEnd type="none" w="sm" len="sm"/>
            <a:tailEnd type="none" w="sm" len="sm"/>
          </a:ln>
        </p:spPr>
      </p:cxnSp>
      <p:graphicFrame>
        <p:nvGraphicFramePr>
          <p:cNvPr id="41" name="Google Shape;41;p2">
            <a:extLst xmlns:a="http://schemas.openxmlformats.org/drawingml/2006/main">
              <a:ext uri="{FF2B5EF4-FFF2-40B4-BE49-F238E27FC236}">
                <a16:creationId xmlns:a16="http://schemas.microsoft.com/office/drawing/2014/main" id="{9C686C83-B4D9-47CF-857B-B511227F5790}"/>
              </a:ext>
            </a:extLst>
          </p:cNvPr>
          <p:cNvGraphicFramePr/>
          <p:nvPr/>
        </p:nvGraphicFramePr>
        <p:xfrm>
          <a:off xmlns:a="http://schemas.openxmlformats.org/drawingml/2006/main" x="824294" y="3333750"/>
          <a:ext xmlns:a="http://schemas.openxmlformats.org/drawingml/2006/main" cx="10551128" cy="1828800"/>
        </p:xfrm>
        <a:graphic xmlns:a="http://schemas.openxmlformats.org/drawingml/2006/main">
          <a:graphicData uri="http://schemas.openxmlformats.org/drawingml/2006/table">
            <a:tbl>
              <a:tblPr>
                <a:tableStyleId>{30BA6B5B-347C-4C68-B835-C5660AAF6F3E}</a:tableStyleId>
              </a:tblPr>
              <a:tblGrid>
                <a:gridCol w="1688175"/>
                <a:gridCol w="2110225"/>
                <a:gridCol w="2954300"/>
                <a:gridCol w="3798400"/>
              </a:tblGrid>
              <a:tr h="342900">
                <a:tc>
                  <a:txBody>
                    <a:bodyPr/>
                    <a:lstStyle/>
                    <a:p>
                      <a:pPr marL="0" marR="0" lvl="0" indent="0" algn="l">
                        <a:lnSpc>
                          <a:spcPct val="110000"/>
                        </a:lnSpc>
                        <a:spcBef>
                          <a:spcPts val="0"/>
                        </a:spcBef>
                        <a:spcAft>
                          <a:spcPts val="0"/>
                        </a:spcAft>
                        <a:buClr>
                          <a:srgbClr val="1F2937"/>
                        </a:buClr>
                        <a:buSzPts val="1200"/>
                        <a:buFont typeface="IBM Plex Sans KR"/>
                        <a:buNone/>
                      </a:pPr>
                      <a:r>
                        <a:rPr sz="1200" b="1" u="none" strike="noStrike" cap="none">
                          <a:solidFill>
                            <a:srgbClr val="222831"/>
                          </a:solidFill>
                          <a:latin typeface="IBM Plex Sans KR"/>
                          <a:ea typeface="IBM Plex Sans KR"/>
                          <a:cs typeface="IBM Plex Sans KR"/>
                        </a:rPr>
                        <a:t>이름</a:t>
                      </a:r>
                      <a:endParaRPr sz="1200" u="none" strike="noStrike" cap="none">
                        <a:latin typeface="IBM Plex Sans KR"/>
                        <a:ea typeface="IBM Plex Sans KR"/>
                        <a:cs typeface="IBM Plex Sans KR"/>
                      </a:endParaRPr>
                    </a:p>
                  </a:txBody>
                  <a:tcPr marL="53350" marR="53350" marT="53350" marB="53350">
                    <a:lnL w="12700" cmpd="sng">
                      <a:solidFill>
                        <a:srgbClr val="C8C9CA"/>
                      </a:solidFill>
                      <a:prstDash val="solid"/>
                    </a:lnL>
                    <a:lnR w="12700" cmpd="sng">
                      <a:solidFill>
                        <a:srgbClr val="BBC0CA"/>
                      </a:solidFill>
                      <a:prstDash val="solid"/>
                    </a:lnR>
                    <a:lnT w="12700" cmpd="sng">
                      <a:solidFill>
                        <a:srgbClr val="C8C9CA"/>
                      </a:solidFill>
                      <a:prstDash val="solid"/>
                    </a:lnT>
                    <a:lnB w="12700" cmpd="sng">
                      <a:solidFill>
                        <a:srgbClr val="BBC0CA"/>
                      </a:solidFill>
                      <a:prstDash val="solid"/>
                    </a:lnB>
                    <a:solidFill>
                      <a:srgbClr val="EAF0FD"/>
                    </a:solidFill>
                  </a:tcPr>
                </a:tc>
                <a:tc>
                  <a:txBody>
                    <a:bodyPr/>
                    <a:lstStyle/>
                    <a:p>
                      <a:pPr marL="0" marR="0" lvl="0" indent="0" algn="l">
                        <a:lnSpc>
                          <a:spcPct val="110000"/>
                        </a:lnSpc>
                        <a:spcBef>
                          <a:spcPts val="0"/>
                        </a:spcBef>
                        <a:spcAft>
                          <a:spcPts val="0"/>
                        </a:spcAft>
                        <a:buClr>
                          <a:srgbClr val="1F2937"/>
                        </a:buClr>
                        <a:buSzPts val="1200"/>
                        <a:buFont typeface="IBM Plex Sans KR"/>
                        <a:buNone/>
                      </a:pPr>
                      <a:r>
                        <a:rPr sz="1200" b="1" u="none" strike="noStrike" cap="none">
                          <a:solidFill>
                            <a:srgbClr val="222831"/>
                          </a:solidFill>
                          <a:latin typeface="IBM Plex Sans KR"/>
                          <a:ea typeface="IBM Plex Sans KR"/>
                          <a:cs typeface="IBM Plex Sans KR"/>
                        </a:rPr>
                        <a:t>담당 범위</a:t>
                      </a:r>
                      <a:endParaRPr sz="1200" u="none" strike="noStrike" cap="none">
                        <a:latin typeface="IBM Plex Sans KR"/>
                        <a:ea typeface="IBM Plex Sans KR"/>
                        <a:cs typeface="IBM Plex Sans KR"/>
                      </a:endParaRPr>
                    </a:p>
                  </a:txBody>
                  <a:tcPr marL="53350" marR="53350" marT="53350" marB="53350">
                    <a:lnL w="12700" cmpd="sng">
                      <a:solidFill>
                        <a:srgbClr val="BBC0CA"/>
                      </a:solidFill>
                      <a:prstDash val="solid"/>
                    </a:lnL>
                    <a:lnR w="12700" cmpd="sng">
                      <a:solidFill>
                        <a:srgbClr val="BBC0CA"/>
                      </a:solidFill>
                      <a:prstDash val="solid"/>
                    </a:lnR>
                    <a:lnT w="12700" cmpd="sng">
                      <a:solidFill>
                        <a:srgbClr val="C8C9CA"/>
                      </a:solidFill>
                      <a:prstDash val="solid"/>
                    </a:lnT>
                    <a:lnB w="12700" cmpd="sng">
                      <a:solidFill>
                        <a:srgbClr val="BBC0CA"/>
                      </a:solidFill>
                      <a:prstDash val="solid"/>
                    </a:lnB>
                    <a:solidFill>
                      <a:srgbClr val="EAF0FD"/>
                    </a:solidFill>
                  </a:tcPr>
                </a:tc>
                <a:tc>
                  <a:txBody>
                    <a:bodyPr/>
                    <a:lstStyle/>
                    <a:p>
                      <a:pPr marL="0" marR="0" lvl="0" indent="0" algn="l">
                        <a:lnSpc>
                          <a:spcPct val="110000"/>
                        </a:lnSpc>
                        <a:spcBef>
                          <a:spcPts val="0"/>
                        </a:spcBef>
                        <a:spcAft>
                          <a:spcPts val="0"/>
                        </a:spcAft>
                        <a:buClr>
                          <a:srgbClr val="1F2937"/>
                        </a:buClr>
                        <a:buSzPts val="1200"/>
                        <a:buFont typeface="IBM Plex Sans KR"/>
                        <a:buNone/>
                      </a:pPr>
                      <a:r>
                        <a:rPr sz="1200" b="1" u="none" strike="noStrike" cap="none">
                          <a:solidFill>
                            <a:srgbClr val="222831"/>
                          </a:solidFill>
                          <a:latin typeface="IBM Plex Sans KR"/>
                          <a:ea typeface="IBM Plex Sans KR"/>
                          <a:cs typeface="IBM Plex Sans KR"/>
                        </a:rPr>
                        <a:t>제출·기존 산출물</a:t>
                      </a:r>
                      <a:endParaRPr sz="1200" u="none" strike="noStrike" cap="none">
                        <a:latin typeface="IBM Plex Sans KR"/>
                        <a:ea typeface="IBM Plex Sans KR"/>
                        <a:cs typeface="IBM Plex Sans KR"/>
                      </a:endParaRPr>
                    </a:p>
                  </a:txBody>
                  <a:tcPr marL="53350" marR="53350" marT="53350" marB="53350">
                    <a:lnL w="12700" cmpd="sng">
                      <a:solidFill>
                        <a:srgbClr val="BBC0CA"/>
                      </a:solidFill>
                      <a:prstDash val="solid"/>
                    </a:lnL>
                    <a:lnR w="12700" cmpd="sng">
                      <a:solidFill>
                        <a:srgbClr val="BBC0CA"/>
                      </a:solidFill>
                      <a:prstDash val="solid"/>
                    </a:lnR>
                    <a:lnT w="12700" cmpd="sng">
                      <a:solidFill>
                        <a:srgbClr val="C8C9CA"/>
                      </a:solidFill>
                      <a:prstDash val="solid"/>
                    </a:lnT>
                    <a:lnB w="12700" cmpd="sng">
                      <a:solidFill>
                        <a:srgbClr val="BBC0CA"/>
                      </a:solidFill>
                      <a:prstDash val="solid"/>
                    </a:lnB>
                    <a:solidFill>
                      <a:srgbClr val="EAF0FD"/>
                    </a:solidFill>
                  </a:tcPr>
                </a:tc>
                <a:tc>
                  <a:txBody>
                    <a:bodyPr/>
                    <a:lstStyle/>
                    <a:p>
                      <a:pPr marL="0" marR="0" lvl="0" indent="0" algn="l">
                        <a:lnSpc>
                          <a:spcPct val="110000"/>
                        </a:lnSpc>
                        <a:spcBef>
                          <a:spcPts val="0"/>
                        </a:spcBef>
                        <a:spcAft>
                          <a:spcPts val="0"/>
                        </a:spcAft>
                        <a:buClr>
                          <a:srgbClr val="1F2937"/>
                        </a:buClr>
                        <a:buSzPts val="1200"/>
                        <a:buFont typeface="IBM Plex Sans KR"/>
                        <a:buNone/>
                      </a:pPr>
                      <a:r>
                        <a:rPr sz="1200" b="1" u="none" strike="noStrike" cap="none">
                          <a:solidFill>
                            <a:srgbClr val="222831"/>
                          </a:solidFill>
                          <a:latin typeface="IBM Plex Sans KR"/>
                          <a:ea typeface="IBM Plex Sans KR"/>
                          <a:cs typeface="IBM Plex Sans KR"/>
                        </a:rPr>
                        <a:t>이번 통합 결과</a:t>
                      </a:r>
                      <a:endParaRPr sz="1200" u="none" strike="noStrike" cap="none">
                        <a:latin typeface="IBM Plex Sans KR"/>
                        <a:ea typeface="IBM Plex Sans KR"/>
                        <a:cs typeface="IBM Plex Sans KR"/>
                      </a:endParaRPr>
                    </a:p>
                  </a:txBody>
                  <a:tcPr marL="53350" marR="53350" marT="53350" marB="53350">
                    <a:lnL w="12700" cmpd="sng">
                      <a:solidFill>
                        <a:srgbClr val="BBC0CA"/>
                      </a:solidFill>
                      <a:prstDash val="solid"/>
                    </a:lnL>
                    <a:lnR w="12700" cmpd="sng">
                      <a:solidFill>
                        <a:srgbClr val="BBC0CA"/>
                      </a:solidFill>
                      <a:prstDash val="solid"/>
                    </a:lnR>
                    <a:lnT w="12700" cmpd="sng">
                      <a:solidFill>
                        <a:srgbClr val="C8C9CA"/>
                      </a:solidFill>
                      <a:prstDash val="solid"/>
                    </a:lnT>
                    <a:lnB w="12700" cmpd="sng">
                      <a:solidFill>
                        <a:srgbClr val="BBC0CA"/>
                      </a:solidFill>
                      <a:prstDash val="solid"/>
                    </a:lnB>
                    <a:solidFill>
                      <a:srgbClr val="EAF0FD"/>
                    </a:solidFill>
                  </a:tcPr>
                </a:tc>
              </a:tr>
              <a:tr h="495300">
                <a:tc>
                  <a:txBody>
                    <a:bodyPr/>
                    <a:lstStyle/>
                    <a:p>
                      <a:pPr marL="0" marR="0" lvl="0" indent="0" algn="l">
                        <a:lnSpc>
                          <a:spcPct val="110000"/>
                        </a:lnSpc>
                        <a:spcBef>
                          <a:spcPts val="0"/>
                        </a:spcBef>
                        <a:spcAft>
                          <a:spcPts val="0"/>
                        </a:spcAft>
                        <a:buClr>
                          <a:srgbClr val="1F2937"/>
                        </a:buClr>
                        <a:buSzPts val="1200"/>
                        <a:buFont typeface="IBM Plex Sans KR"/>
                        <a:buNone/>
                      </a:pPr>
                      <a:r>
                        <a:rPr sz="1200" b="0" u="none" strike="noStrike" cap="none">
                          <a:solidFill>
                            <a:srgbClr val="222831"/>
                          </a:solidFill>
                          <a:latin typeface="IBM Plex Sans KR"/>
                          <a:ea typeface="IBM Plex Sans KR"/>
                          <a:cs typeface="IBM Plex Sans KR"/>
                        </a:rPr>
                        <a:t>김주미</a:t>
                      </a:r>
                      <a:endParaRPr sz="1200" u="none" strike="noStrike" cap="none">
                        <a:latin typeface="IBM Plex Sans KR"/>
                        <a:ea typeface="IBM Plex Sans KR"/>
                        <a:cs typeface="IBM Plex Sans KR"/>
                      </a:endParaRPr>
                    </a:p>
                  </a:txBody>
                  <a:tcPr marL="53350" marR="53350" marT="53350" marB="53350">
                    <a:lnL w="12700" cmpd="sng">
                      <a:solidFill>
                        <a:srgbClr val="C8C9CA"/>
                      </a:solidFill>
                      <a:prstDash val="solid"/>
                    </a:lnL>
                    <a:lnR w="12700" cmpd="sng">
                      <a:solidFill>
                        <a:srgbClr val="C8C9CA"/>
                      </a:solidFill>
                      <a:prstDash val="solid"/>
                    </a:lnR>
                    <a:lnT w="12700" cmpd="sng">
                      <a:solidFill>
                        <a:srgbClr val="BBC0CA"/>
                      </a:solidFill>
                      <a:prstDash val="solid"/>
                    </a:lnT>
                    <a:lnB w="12700" cmpd="sng">
                      <a:solidFill>
                        <a:srgbClr val="C8C9CA"/>
                      </a:solidFill>
                      <a:prstDash val="solid"/>
                    </a:lnB>
                  </a:tcPr>
                </a:tc>
                <a:tc>
                  <a:txBody>
                    <a:bodyPr/>
                    <a:lstStyle/>
                    <a:p>
                      <a:pPr marL="0" marR="0" lvl="0" indent="0" algn="l">
                        <a:lnSpc>
                          <a:spcPct val="110000"/>
                        </a:lnSpc>
                        <a:spcBef>
                          <a:spcPts val="0"/>
                        </a:spcBef>
                        <a:spcAft>
                          <a:spcPts val="0"/>
                        </a:spcAft>
                        <a:buClr>
                          <a:srgbClr val="1F2937"/>
                        </a:buClr>
                        <a:buSzPts val="1200"/>
                        <a:buFont typeface="IBM Plex Sans KR"/>
                        <a:buNone/>
                      </a:pPr>
                      <a:r>
                        <a:rPr sz="1200" b="0" u="none" strike="noStrike" cap="none">
                          <a:solidFill>
                            <a:srgbClr val="222831"/>
                          </a:solidFill>
                          <a:latin typeface="IBM Plex Sans KR"/>
                          <a:ea typeface="IBM Plex Sans KR"/>
                          <a:cs typeface="IBM Plex Sans KR"/>
                        </a:rPr>
                        <a:t>규정·근거</a:t>
                      </a:r>
                      <a:endParaRPr sz="1200" u="none" strike="noStrike" cap="none">
                        <a:latin typeface="IBM Plex Sans KR"/>
                        <a:ea typeface="IBM Plex Sans KR"/>
                        <a:cs typeface="IBM Plex Sans KR"/>
                      </a:endParaRPr>
                    </a:p>
                  </a:txBody>
                  <a:tcPr marL="53350" marR="53350" marT="53350" marB="53350">
                    <a:lnL w="12700" cmpd="sng">
                      <a:solidFill>
                        <a:srgbClr val="C8C9CA"/>
                      </a:solidFill>
                      <a:prstDash val="solid"/>
                    </a:lnL>
                    <a:lnR w="12700" cmpd="sng">
                      <a:solidFill>
                        <a:srgbClr val="C8C9CA"/>
                      </a:solidFill>
                      <a:prstDash val="solid"/>
                    </a:lnR>
                    <a:lnT w="12700" cmpd="sng">
                      <a:solidFill>
                        <a:srgbClr val="BBC0CA"/>
                      </a:solidFill>
                      <a:prstDash val="solid"/>
                    </a:lnT>
                    <a:lnB w="12700" cmpd="sng">
                      <a:solidFill>
                        <a:srgbClr val="C8C9CA"/>
                      </a:solidFill>
                      <a:prstDash val="solid"/>
                    </a:lnB>
                  </a:tcPr>
                </a:tc>
                <a:tc>
                  <a:txBody>
                    <a:bodyPr/>
                    <a:lstStyle/>
                    <a:p>
                      <a:pPr marL="0" marR="0" lvl="0" indent="0" algn="l">
                        <a:lnSpc>
                          <a:spcPct val="110000"/>
                        </a:lnSpc>
                        <a:spcBef>
                          <a:spcPts val="0"/>
                        </a:spcBef>
                        <a:spcAft>
                          <a:spcPts val="0"/>
                        </a:spcAft>
                        <a:buClr>
                          <a:srgbClr val="1F2937"/>
                        </a:buClr>
                        <a:buSzPts val="1200"/>
                        <a:buFont typeface="IBM Plex Sans KR"/>
                        <a:buNone/>
                      </a:pPr>
                      <a:r>
                        <a:rPr sz="1200" b="0" u="none" strike="noStrike" cap="none">
                          <a:solidFill>
                            <a:srgbClr val="222831"/>
                          </a:solidFill>
                          <a:latin typeface="IBM Plex Sans KR"/>
                          <a:ea typeface="IBM Plex Sans KR"/>
                          <a:cs typeface="IBM Plex Sans KR"/>
                        </a:rPr>
                        <a:t>RAG 시험·색인 명세</a:t>
                      </a:r>
                      <a:endParaRPr sz="1200" u="none" strike="noStrike" cap="none">
                        <a:latin typeface="IBM Plex Sans KR"/>
                        <a:ea typeface="IBM Plex Sans KR"/>
                        <a:cs typeface="IBM Plex Sans KR"/>
                      </a:endParaRPr>
                    </a:p>
                  </a:txBody>
                  <a:tcPr marL="53350" marR="53350" marT="53350" marB="53350">
                    <a:lnL w="12700" cmpd="sng">
                      <a:solidFill>
                        <a:srgbClr val="C8C9CA"/>
                      </a:solidFill>
                      <a:prstDash val="solid"/>
                    </a:lnL>
                    <a:lnR w="12700" cmpd="sng">
                      <a:solidFill>
                        <a:srgbClr val="C8C9CA"/>
                      </a:solidFill>
                      <a:prstDash val="solid"/>
                    </a:lnR>
                    <a:lnT w="12700" cmpd="sng">
                      <a:solidFill>
                        <a:srgbClr val="BBC0CA"/>
                      </a:solidFill>
                      <a:prstDash val="solid"/>
                    </a:lnT>
                    <a:lnB w="12700" cmpd="sng">
                      <a:solidFill>
                        <a:srgbClr val="C8C9CA"/>
                      </a:solidFill>
                      <a:prstDash val="solid"/>
                    </a:lnB>
                  </a:tcPr>
                </a:tc>
                <a:tc>
                  <a:txBody>
                    <a:bodyPr/>
                    <a:lstStyle/>
                    <a:p>
                      <a:pPr marL="0" marR="0" lvl="0" indent="0" algn="l">
                        <a:lnSpc>
                          <a:spcPct val="110000"/>
                        </a:lnSpc>
                        <a:spcBef>
                          <a:spcPts val="0"/>
                        </a:spcBef>
                        <a:spcAft>
                          <a:spcPts val="0"/>
                        </a:spcAft>
                        <a:buClr>
                          <a:srgbClr val="1F2937"/>
                        </a:buClr>
                        <a:buSzPts val="1200"/>
                        <a:buFont typeface="IBM Plex Sans KR"/>
                        <a:buNone/>
                      </a:pPr>
                      <a:r>
                        <a:rPr sz="1200" b="0" u="none" strike="noStrike" cap="none">
                          <a:solidFill>
                            <a:srgbClr val="222831"/>
                          </a:solidFill>
                          <a:latin typeface="IBM Plex Sans KR"/>
                          <a:ea typeface="IBM Plex Sans KR"/>
                          <a:cs typeface="IBM Plex Sans KR"/>
                        </a:rPr>
                        <a:t>NFC·조문·출처 메타 강화</a:t>
                      </a:r>
                      <a:endParaRPr sz="1200" u="none" strike="noStrike" cap="none">
                        <a:latin typeface="IBM Plex Sans KR"/>
                        <a:ea typeface="IBM Plex Sans KR"/>
                        <a:cs typeface="IBM Plex Sans KR"/>
                      </a:endParaRPr>
                    </a:p>
                  </a:txBody>
                  <a:tcPr marL="53350" marR="53350" marT="53350" marB="53350">
                    <a:lnL w="12700" cmpd="sng">
                      <a:solidFill>
                        <a:srgbClr val="C8C9CA"/>
                      </a:solidFill>
                      <a:prstDash val="solid"/>
                    </a:lnL>
                    <a:lnR w="12700" cmpd="sng">
                      <a:solidFill>
                        <a:srgbClr val="C8C9CA"/>
                      </a:solidFill>
                      <a:prstDash val="solid"/>
                    </a:lnR>
                    <a:lnT w="12700" cmpd="sng">
                      <a:solidFill>
                        <a:srgbClr val="BBC0CA"/>
                      </a:solidFill>
                      <a:prstDash val="solid"/>
                    </a:lnT>
                    <a:lnB w="12700" cmpd="sng">
                      <a:solidFill>
                        <a:srgbClr val="C8C9CA"/>
                      </a:solidFill>
                      <a:prstDash val="solid"/>
                    </a:lnB>
                  </a:tcPr>
                </a:tc>
              </a:tr>
              <a:tr h="495300">
                <a:tc>
                  <a:txBody>
                    <a:bodyPr/>
                    <a:lstStyle/>
                    <a:p>
                      <a:pPr marL="0" marR="0" lvl="0" indent="0" algn="l">
                        <a:lnSpc>
                          <a:spcPct val="110000"/>
                        </a:lnSpc>
                        <a:spcBef>
                          <a:spcPts val="0"/>
                        </a:spcBef>
                        <a:spcAft>
                          <a:spcPts val="0"/>
                        </a:spcAft>
                        <a:buClr>
                          <a:srgbClr val="1F2937"/>
                        </a:buClr>
                        <a:buSzPts val="1200"/>
                        <a:buFont typeface="IBM Plex Sans KR"/>
                        <a:buNone/>
                      </a:pPr>
                      <a:r>
                        <a:rPr sz="1200" b="0" u="none" strike="noStrike" cap="none">
                          <a:solidFill>
                            <a:srgbClr val="222831"/>
                          </a:solidFill>
                          <a:latin typeface="IBM Plex Sans KR"/>
                          <a:ea typeface="IBM Plex Sans KR"/>
                          <a:cs typeface="IBM Plex Sans KR"/>
                        </a:rPr>
                        <a:t>윤석현</a:t>
                      </a:r>
                      <a:endParaRPr sz="1200" u="none" strike="noStrike" cap="none">
                        <a:latin typeface="IBM Plex Sans KR"/>
                        <a:ea typeface="IBM Plex Sans KR"/>
                        <a:cs typeface="IBM Plex Sans KR"/>
                      </a:endParaRPr>
                    </a:p>
                  </a:txBody>
                  <a:tcPr marL="53350" marR="53350" marT="53350" marB="53350">
                    <a:lnL w="12700" cmpd="sng">
                      <a:solidFill>
                        <a:srgbClr val="C8C9CA"/>
                      </a:solidFill>
                      <a:prstDash val="solid"/>
                    </a:lnL>
                    <a:lnR w="12700" cmpd="sng">
                      <a:solidFill>
                        <a:srgbClr val="C8C9CA"/>
                      </a:solidFill>
                      <a:prstDash val="solid"/>
                    </a:lnR>
                    <a:lnT w="12700" cmpd="sng">
                      <a:solidFill>
                        <a:srgbClr val="C8C9CA"/>
                      </a:solidFill>
                      <a:prstDash val="solid"/>
                    </a:lnT>
                    <a:lnB w="12700" cmpd="sng">
                      <a:solidFill>
                        <a:srgbClr val="C8C9CA"/>
                      </a:solidFill>
                      <a:prstDash val="solid"/>
                    </a:lnB>
                  </a:tcPr>
                </a:tc>
                <a:tc>
                  <a:txBody>
                    <a:bodyPr/>
                    <a:lstStyle/>
                    <a:p>
                      <a:pPr marL="0" marR="0" lvl="0" indent="0" algn="l">
                        <a:lnSpc>
                          <a:spcPct val="110000"/>
                        </a:lnSpc>
                        <a:spcBef>
                          <a:spcPts val="0"/>
                        </a:spcBef>
                        <a:spcAft>
                          <a:spcPts val="0"/>
                        </a:spcAft>
                        <a:buClr>
                          <a:srgbClr val="1F2937"/>
                        </a:buClr>
                        <a:buSzPts val="1200"/>
                        <a:buFont typeface="IBM Plex Sans KR"/>
                        <a:buNone/>
                      </a:pPr>
                      <a:r>
                        <a:rPr sz="1200" b="0" u="none" strike="noStrike" cap="none">
                          <a:solidFill>
                            <a:srgbClr val="222831"/>
                          </a:solidFill>
                          <a:latin typeface="IBM Plex Sans KR"/>
                          <a:ea typeface="IBM Plex Sans KR"/>
                          <a:cs typeface="IBM Plex Sans KR"/>
                        </a:rPr>
                        <a:t>이수 진단·계획</a:t>
                      </a:r>
                      <a:endParaRPr sz="1200" u="none" strike="noStrike" cap="none">
                        <a:latin typeface="IBM Plex Sans KR"/>
                        <a:ea typeface="IBM Plex Sans KR"/>
                        <a:cs typeface="IBM Plex Sans KR"/>
                      </a:endParaRPr>
                    </a:p>
                  </a:txBody>
                  <a:tcPr marL="53350" marR="53350" marT="53350" marB="53350">
                    <a:lnL w="12700" cmpd="sng">
                      <a:solidFill>
                        <a:srgbClr val="C8C9CA"/>
                      </a:solidFill>
                      <a:prstDash val="solid"/>
                    </a:lnL>
                    <a:lnR w="12700" cmpd="sng">
                      <a:solidFill>
                        <a:srgbClr val="C8C9CA"/>
                      </a:solidFill>
                      <a:prstDash val="solid"/>
                    </a:lnR>
                    <a:lnT w="12700" cmpd="sng">
                      <a:solidFill>
                        <a:srgbClr val="C8C9CA"/>
                      </a:solidFill>
                      <a:prstDash val="solid"/>
                    </a:lnT>
                    <a:lnB w="12700" cmpd="sng">
                      <a:solidFill>
                        <a:srgbClr val="C8C9CA"/>
                      </a:solidFill>
                      <a:prstDash val="solid"/>
                    </a:lnB>
                  </a:tcPr>
                </a:tc>
                <a:tc>
                  <a:txBody>
                    <a:bodyPr/>
                    <a:lstStyle/>
                    <a:p>
                      <a:pPr marL="0" marR="0" lvl="0" indent="0" algn="l">
                        <a:lnSpc>
                          <a:spcPct val="110000"/>
                        </a:lnSpc>
                        <a:spcBef>
                          <a:spcPts val="0"/>
                        </a:spcBef>
                        <a:spcAft>
                          <a:spcPts val="0"/>
                        </a:spcAft>
                        <a:buClr>
                          <a:srgbClr val="1F2937"/>
                        </a:buClr>
                        <a:buSzPts val="1200"/>
                        <a:buFont typeface="IBM Plex Sans KR"/>
                        <a:buNone/>
                      </a:pPr>
                      <a:r>
                        <a:rPr sz="1200" b="0" u="none" strike="noStrike" cap="none">
                          <a:solidFill>
                            <a:srgbClr val="222831"/>
                          </a:solidFill>
                          <a:latin typeface="IBM Plex Sans KR"/>
                          <a:ea typeface="IBM Plex Sans KR"/>
                          <a:cs typeface="IBM Plex Sans KR"/>
                        </a:rPr>
                        <a:t>기존 학사 계산·후보 계획</a:t>
                      </a:r>
                      <a:endParaRPr sz="1200" u="none" strike="noStrike" cap="none">
                        <a:latin typeface="IBM Plex Sans KR"/>
                        <a:ea typeface="IBM Plex Sans KR"/>
                        <a:cs typeface="IBM Plex Sans KR"/>
                      </a:endParaRPr>
                    </a:p>
                  </a:txBody>
                  <a:tcPr marL="53350" marR="53350" marT="53350" marB="53350">
                    <a:lnL w="12700" cmpd="sng">
                      <a:solidFill>
                        <a:srgbClr val="C8C9CA"/>
                      </a:solidFill>
                      <a:prstDash val="solid"/>
                    </a:lnL>
                    <a:lnR w="12700" cmpd="sng">
                      <a:solidFill>
                        <a:srgbClr val="C8C9CA"/>
                      </a:solidFill>
                      <a:prstDash val="solid"/>
                    </a:lnR>
                    <a:lnT w="12700" cmpd="sng">
                      <a:solidFill>
                        <a:srgbClr val="C8C9CA"/>
                      </a:solidFill>
                      <a:prstDash val="solid"/>
                    </a:lnT>
                    <a:lnB w="12700" cmpd="sng">
                      <a:solidFill>
                        <a:srgbClr val="C8C9CA"/>
                      </a:solidFill>
                      <a:prstDash val="solid"/>
                    </a:lnB>
                  </a:tcPr>
                </a:tc>
                <a:tc>
                  <a:txBody>
                    <a:bodyPr/>
                    <a:lstStyle/>
                    <a:p>
                      <a:pPr marL="0" marR="0" lvl="0" indent="0" algn="l">
                        <a:lnSpc>
                          <a:spcPct val="110000"/>
                        </a:lnSpc>
                        <a:spcBef>
                          <a:spcPts val="0"/>
                        </a:spcBef>
                        <a:spcAft>
                          <a:spcPts val="0"/>
                        </a:spcAft>
                        <a:buClr>
                          <a:srgbClr val="1F2937"/>
                        </a:buClr>
                        <a:buSzPts val="1200"/>
                        <a:buFont typeface="IBM Plex Sans KR"/>
                        <a:buNone/>
                      </a:pPr>
                      <a:r>
                        <a:rPr sz="1200" b="0" u="none" strike="noStrike" cap="none">
                          <a:solidFill>
                            <a:srgbClr val="222831"/>
                          </a:solidFill>
                          <a:latin typeface="IBM Plex Sans KR"/>
                          <a:ea typeface="IBM Plex Sans KR"/>
                          <a:cs typeface="IBM Plex Sans KR"/>
                        </a:rPr>
                        <a:t>정답 규칙 유지·전체 통합</a:t>
                      </a:r>
                      <a:endParaRPr sz="1200" u="none" strike="noStrike" cap="none">
                        <a:latin typeface="IBM Plex Sans KR"/>
                        <a:ea typeface="IBM Plex Sans KR"/>
                        <a:cs typeface="IBM Plex Sans KR"/>
                      </a:endParaRPr>
                    </a:p>
                  </a:txBody>
                  <a:tcPr marL="53350" marR="53350" marT="53350" marB="53350">
                    <a:lnL w="12700" cmpd="sng">
                      <a:solidFill>
                        <a:srgbClr val="C8C9CA"/>
                      </a:solidFill>
                      <a:prstDash val="solid"/>
                    </a:lnL>
                    <a:lnR w="12700" cmpd="sng">
                      <a:solidFill>
                        <a:srgbClr val="C8C9CA"/>
                      </a:solidFill>
                      <a:prstDash val="solid"/>
                    </a:lnR>
                    <a:lnT w="12700" cmpd="sng">
                      <a:solidFill>
                        <a:srgbClr val="C8C9CA"/>
                      </a:solidFill>
                      <a:prstDash val="solid"/>
                    </a:lnT>
                    <a:lnB w="12700" cmpd="sng">
                      <a:solidFill>
                        <a:srgbClr val="C8C9CA"/>
                      </a:solidFill>
                      <a:prstDash val="solid"/>
                    </a:lnB>
                  </a:tcPr>
                </a:tc>
              </a:tr>
              <a:tr h="495300">
                <a:tc>
                  <a:txBody>
                    <a:bodyPr/>
                    <a:lstStyle/>
                    <a:p>
                      <a:pPr marL="0" marR="0" lvl="0" indent="0" algn="l">
                        <a:lnSpc>
                          <a:spcPct val="110000"/>
                        </a:lnSpc>
                        <a:spcBef>
                          <a:spcPts val="0"/>
                        </a:spcBef>
                        <a:spcAft>
                          <a:spcPts val="0"/>
                        </a:spcAft>
                        <a:buClr>
                          <a:srgbClr val="1F2937"/>
                        </a:buClr>
                        <a:buSzPts val="1200"/>
                        <a:buFont typeface="IBM Plex Sans KR"/>
                        <a:buNone/>
                      </a:pPr>
                      <a:r>
                        <a:rPr sz="1200" b="0" u="none" strike="noStrike" cap="none">
                          <a:solidFill>
                            <a:srgbClr val="222831"/>
                          </a:solidFill>
                          <a:latin typeface="IBM Plex Sans KR"/>
                          <a:ea typeface="IBM Plex Sans KR"/>
                          <a:cs typeface="IBM Plex Sans KR"/>
                        </a:rPr>
                        <a:t>우수진</a:t>
                      </a:r>
                      <a:endParaRPr sz="1200" u="none" strike="noStrike" cap="none">
                        <a:latin typeface="IBM Plex Sans KR"/>
                        <a:ea typeface="IBM Plex Sans KR"/>
                        <a:cs typeface="IBM Plex Sans KR"/>
                      </a:endParaRPr>
                    </a:p>
                  </a:txBody>
                  <a:tcPr marL="53350" marR="53350" marT="53350" marB="53350">
                    <a:lnL w="12700" cmpd="sng">
                      <a:solidFill>
                        <a:srgbClr val="C8C9CA"/>
                      </a:solidFill>
                      <a:prstDash val="solid"/>
                    </a:lnL>
                    <a:lnR w="12700" cmpd="sng">
                      <a:solidFill>
                        <a:srgbClr val="C8C9CA"/>
                      </a:solidFill>
                      <a:prstDash val="solid"/>
                    </a:lnR>
                    <a:lnT w="12700" cmpd="sng">
                      <a:solidFill>
                        <a:srgbClr val="C8C9CA"/>
                      </a:solidFill>
                      <a:prstDash val="solid"/>
                    </a:lnT>
                    <a:lnB w="12700" cmpd="sng">
                      <a:solidFill>
                        <a:srgbClr val="C8C9CA"/>
                      </a:solidFill>
                      <a:prstDash val="solid"/>
                    </a:lnB>
                  </a:tcPr>
                </a:tc>
                <a:tc>
                  <a:txBody>
                    <a:bodyPr/>
                    <a:lstStyle/>
                    <a:p>
                      <a:pPr marL="0" marR="0" lvl="0" indent="0" algn="l">
                        <a:lnSpc>
                          <a:spcPct val="110000"/>
                        </a:lnSpc>
                        <a:spcBef>
                          <a:spcPts val="0"/>
                        </a:spcBef>
                        <a:spcAft>
                          <a:spcPts val="0"/>
                        </a:spcAft>
                        <a:buClr>
                          <a:srgbClr val="1F2937"/>
                        </a:buClr>
                        <a:buSzPts val="1200"/>
                        <a:buFont typeface="IBM Plex Sans KR"/>
                        <a:buNone/>
                      </a:pPr>
                      <a:r>
                        <a:rPr sz="1200" b="0" u="none" strike="noStrike" cap="none">
                          <a:solidFill>
                            <a:srgbClr val="222831"/>
                          </a:solidFill>
                          <a:latin typeface="IBM Plex Sans KR"/>
                          <a:ea typeface="IBM Plex Sans KR"/>
                          <a:cs typeface="IBM Plex Sans KR"/>
                        </a:rPr>
                        <a:t>화면 디자인·일정</a:t>
                      </a:r>
                      <a:endParaRPr sz="1200" u="none" strike="noStrike" cap="none">
                        <a:latin typeface="IBM Plex Sans KR"/>
                        <a:ea typeface="IBM Plex Sans KR"/>
                        <a:cs typeface="IBM Plex Sans KR"/>
                      </a:endParaRPr>
                    </a:p>
                  </a:txBody>
                  <a:tcPr marL="53350" marR="53350" marT="53350" marB="53350">
                    <a:lnL w="12700" cmpd="sng">
                      <a:solidFill>
                        <a:srgbClr val="C8C9CA"/>
                      </a:solidFill>
                      <a:prstDash val="solid"/>
                    </a:lnL>
                    <a:lnR w="12700" cmpd="sng">
                      <a:solidFill>
                        <a:srgbClr val="C8C9CA"/>
                      </a:solidFill>
                      <a:prstDash val="solid"/>
                    </a:lnR>
                    <a:lnT w="12700" cmpd="sng">
                      <a:solidFill>
                        <a:srgbClr val="C8C9CA"/>
                      </a:solidFill>
                      <a:prstDash val="solid"/>
                    </a:lnT>
                    <a:lnB w="12700" cmpd="sng">
                      <a:solidFill>
                        <a:srgbClr val="C8C9CA"/>
                      </a:solidFill>
                      <a:prstDash val="solid"/>
                    </a:lnB>
                  </a:tcPr>
                </a:tc>
                <a:tc>
                  <a:txBody>
                    <a:bodyPr/>
                    <a:lstStyle/>
                    <a:p>
                      <a:pPr marL="0" marR="0" lvl="0" indent="0" algn="l">
                        <a:lnSpc>
                          <a:spcPct val="110000"/>
                        </a:lnSpc>
                        <a:spcBef>
                          <a:spcPts val="0"/>
                        </a:spcBef>
                        <a:spcAft>
                          <a:spcPts val="0"/>
                        </a:spcAft>
                        <a:buClr>
                          <a:srgbClr val="1F2937"/>
                        </a:buClr>
                        <a:buSzPts val="1200"/>
                        <a:buFont typeface="IBM Plex Sans KR"/>
                        <a:buNone/>
                      </a:pPr>
                      <a:r>
                        <a:rPr sz="1200" b="0" u="none" strike="noStrike" cap="none">
                          <a:solidFill>
                            <a:srgbClr val="222831"/>
                          </a:solidFill>
                          <a:latin typeface="IBM Plex Sans KR"/>
                          <a:ea typeface="IBM Plex Sans KR"/>
                          <a:cs typeface="IBM Plex Sans KR"/>
                        </a:rPr>
                        <a:t>HTML 시안·달력·과목 담기</a:t>
                      </a:r>
                      <a:endParaRPr sz="1200" u="none" strike="noStrike" cap="none">
                        <a:latin typeface="IBM Plex Sans KR"/>
                        <a:ea typeface="IBM Plex Sans KR"/>
                        <a:cs typeface="IBM Plex Sans KR"/>
                      </a:endParaRPr>
                    </a:p>
                  </a:txBody>
                  <a:tcPr marL="53350" marR="53350" marT="53350" marB="53350">
                    <a:lnL w="12700" cmpd="sng">
                      <a:solidFill>
                        <a:srgbClr val="C8C9CA"/>
                      </a:solidFill>
                      <a:prstDash val="solid"/>
                    </a:lnL>
                    <a:lnR w="12700" cmpd="sng">
                      <a:solidFill>
                        <a:srgbClr val="C8C9CA"/>
                      </a:solidFill>
                      <a:prstDash val="solid"/>
                    </a:lnR>
                    <a:lnT w="12700" cmpd="sng">
                      <a:solidFill>
                        <a:srgbClr val="C8C9CA"/>
                      </a:solidFill>
                      <a:prstDash val="solid"/>
                    </a:lnT>
                    <a:lnB w="12700" cmpd="sng">
                      <a:solidFill>
                        <a:srgbClr val="C8C9CA"/>
                      </a:solidFill>
                      <a:prstDash val="solid"/>
                    </a:lnB>
                  </a:tcPr>
                </a:tc>
                <a:tc>
                  <a:txBody>
                    <a:bodyPr/>
                    <a:lstStyle/>
                    <a:p>
                      <a:pPr marL="0" marR="0" lvl="0" indent="0" algn="l">
                        <a:lnSpc>
                          <a:spcPct val="110000"/>
                        </a:lnSpc>
                        <a:spcBef>
                          <a:spcPts val="0"/>
                        </a:spcBef>
                        <a:spcAft>
                          <a:spcPts val="0"/>
                        </a:spcAft>
                        <a:buClr>
                          <a:srgbClr val="1F2937"/>
                        </a:buClr>
                        <a:buSzPts val="1200"/>
                        <a:buFont typeface="IBM Plex Sans KR"/>
                        <a:buNone/>
                      </a:pPr>
                      <a:r>
                        <a:rPr sz="1200" b="0" u="none" strike="noStrike" cap="none">
                          <a:solidFill>
                            <a:srgbClr val="222831"/>
                          </a:solidFill>
                          <a:latin typeface="IBM Plex Sans KR"/>
                          <a:ea typeface="IBM Plex Sans KR"/>
                          <a:cs typeface="IBM Plex Sans KR"/>
                        </a:rPr>
                        <a:t>디자인·월간 달력·관심 목록</a:t>
                      </a:r>
                      <a:endParaRPr sz="1200" u="none" strike="noStrike" cap="none">
                        <a:latin typeface="IBM Plex Sans KR"/>
                        <a:ea typeface="IBM Plex Sans KR"/>
                        <a:cs typeface="IBM Plex Sans KR"/>
                      </a:endParaRPr>
                    </a:p>
                  </a:txBody>
                  <a:tcPr marL="53350" marR="53350" marT="53350" marB="53350">
                    <a:lnL w="12700" cmpd="sng">
                      <a:solidFill>
                        <a:srgbClr val="C8C9CA"/>
                      </a:solidFill>
                      <a:prstDash val="solid"/>
                    </a:lnL>
                    <a:lnR w="12700" cmpd="sng">
                      <a:solidFill>
                        <a:srgbClr val="C8C9CA"/>
                      </a:solidFill>
                      <a:prstDash val="solid"/>
                    </a:lnR>
                    <a:lnT w="12700" cmpd="sng">
                      <a:solidFill>
                        <a:srgbClr val="C8C9CA"/>
                      </a:solidFill>
                      <a:prstDash val="solid"/>
                    </a:lnT>
                    <a:lnB w="12700" cmpd="sng">
                      <a:solidFill>
                        <a:srgbClr val="C8C9CA"/>
                      </a:solidFill>
                      <a:prstDash val="solid"/>
                    </a:lnB>
                  </a:tcPr>
                </a:tc>
              </a:tr>
            </a:tbl>
          </a:graphicData>
        </a:graphic>
      </p:graphicFrame>
      <p:sp>
        <p:nvSpPr>
          <p:cNvPr id="42" name="Google Shape;42;p2">
            <a:extLst xmlns:a="http://schemas.openxmlformats.org/drawingml/2006/main">
              <a:ext uri="{FF2B5EF4-FFF2-40B4-BE49-F238E27FC236}">
                <a16:creationId xmlns:a16="http://schemas.microsoft.com/office/drawing/2014/main" id="{E293550C-51FA-469F-9844-AC34C67C6565}"/>
              </a:ext>
            </a:extLst>
          </p:cNvPr>
          <p:cNvSpPr>
            <a:spLocks xmlns:a="http://schemas.openxmlformats.org/drawingml/2006/main" noGrp="1"/>
          </p:cNvSpPr>
          <p:nvPr/>
        </p:nvSpPr>
        <p:spPr>
          <a:xfrm xmlns:a="http://schemas.openxmlformats.org/drawingml/2006/main">
            <a:off x="812752" y="6238333"/>
            <a:ext cx="2518641" cy="23869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marR="0" lvl="0" indent="0" algn="l">
              <a:lnSpc>
                <a:spcPct val="140000"/>
              </a:lnSpc>
              <a:spcBef>
                <a:spcPts val="0"/>
              </a:spcBef>
              <a:spcAft>
                <a:spcPts val="0"/>
              </a:spcAft>
              <a:buClr>
                <a:srgbClr val="1F2937"/>
              </a:buClr>
              <a:buSzPts val="1200"/>
              <a:buFont typeface="IBM Plex Sans KR"/>
              <a:buNone/>
            </a:pPr>
            <a:r>
              <a:rPr sz="1200" b="0" i="0" u="none" strike="noStrike" cap="none">
                <a:solidFill>
                  <a:srgbClr val="1F2937"/>
                </a:solidFill>
                <a:latin typeface="IBM Plex Sans KR"/>
                <a:ea typeface="IBM Plex Sans KR"/>
                <a:cs typeface="IBM Plex Sans KR"/>
              </a:rPr>
              <a:t>AI Agent 미니 프로젝트 결과 발표</a:t>
            </a:r>
            <a:endParaRPr sz="1200" b="0" i="0" u="none" strike="noStrike" cap="none">
              <a:solidFill>
                <a:schemeClr val="dk1"/>
              </a:solidFill>
              <a:latin typeface="IBM Plex Sans KR"/>
              <a:ea typeface="IBM Plex Sans KR"/>
              <a:cs typeface="IBM Plex Sans KR"/>
            </a:endParaRPr>
          </a:p>
        </p:txBody>
      </p:sp>
      <p:sp>
        <p:nvSpPr>
          <p:cNvPr id="43" name="Google Shape;43;p2">
            <a:extLst xmlns:a="http://schemas.openxmlformats.org/drawingml/2006/main">
              <a:ext uri="{FF2B5EF4-FFF2-40B4-BE49-F238E27FC236}">
                <a16:creationId xmlns:a16="http://schemas.microsoft.com/office/drawing/2014/main" id="{C8423367-3D65-425E-9250-392086AF723E}"/>
              </a:ext>
            </a:extLst>
          </p:cNvPr>
          <p:cNvSpPr>
            <a:spLocks xmlns:a="http://schemas.openxmlformats.org/drawingml/2006/main" noGrp="1"/>
          </p:cNvSpPr>
          <p:nvPr/>
        </p:nvSpPr>
        <p:spPr>
          <a:xfrm xmlns:a="http://schemas.openxmlformats.org/drawingml/2006/main">
            <a:off x="10974615" y="6238333"/>
            <a:ext cx="485559" cy="23869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marR="0" lvl="0" indent="0" algn="l">
              <a:lnSpc>
                <a:spcPct val="140000"/>
              </a:lnSpc>
              <a:spcBef>
                <a:spcPts val="0"/>
              </a:spcBef>
              <a:spcAft>
                <a:spcPts val="0"/>
              </a:spcAft>
              <a:buClr>
                <a:srgbClr val="1F2937"/>
              </a:buClr>
              <a:buSzPts val="1200"/>
              <a:buFont typeface="IBM Plex Sans KR"/>
              <a:buNone/>
            </a:pPr>
            <a:r>
              <a:rPr sz="1200" b="0" i="0" u="none" strike="noStrike" cap="none">
                <a:solidFill>
                  <a:srgbClr val="1F2937"/>
                </a:solidFill>
                <a:latin typeface="IBM Plex Sans KR"/>
                <a:ea typeface="IBM Plex Sans KR"/>
                <a:cs typeface="IBM Plex Sans KR"/>
              </a:rPr>
              <a:t>2 / 14</a:t>
            </a:r>
            <a:endParaRPr sz="1200" b="0" i="0" u="none" strike="noStrike" cap="none">
              <a:solidFill>
                <a:schemeClr val="dk1"/>
              </a:solidFill>
              <a:latin typeface="IBM Plex Sans KR"/>
              <a:ea typeface="IBM Plex Sans KR"/>
              <a:cs typeface="IBM Plex Sans KR"/>
            </a:endParaRPr>
          </a:p>
        </p:txBody>
      </p:sp>
      <p:sp>
        <p:nvSpPr>
          <p:cNvPr id="44" name="team-disclosure">
            <a:extLst xmlns:a="http://schemas.openxmlformats.org/drawingml/2006/main">
              <a:ext uri="{FF2B5EF4-FFF2-40B4-BE49-F238E27FC236}">
                <a16:creationId xmlns:a16="http://schemas.microsoft.com/office/drawing/2014/main" id="{AC27BEDB-FA96-4BDC-B6FB-3C49C8CEC4EA}"/>
              </a:ext>
            </a:extLst>
          </p:cNvPr>
          <p:cNvSpPr>
            <a:spLocks xmlns:a="http://schemas.openxmlformats.org/drawingml/2006/main" noGrp="1"/>
          </p:cNvSpPr>
          <p:nvPr/>
        </p:nvSpPr>
        <p:spPr>
          <a:xfrm xmlns:a="http://schemas.openxmlformats.org/drawingml/2006/main">
            <a:off x="1019175" y="2571750"/>
            <a:ext cx="10458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a:solidFill>
                  <a:srgbClr val="303A4C"/>
                </a:solidFill>
                <a:latin typeface="IBM Plex Sans KR"/>
                <a:ea typeface="IBM Plex Sans KR"/>
                <a:cs typeface="IBM Plex Sans KR"/>
              </a:defRPr>
            </a:defPPr>
            <a:lvl1pPr>
              <a:defRPr sz="1200">
                <a:solidFill>
                  <a:srgbClr val="303A4C"/>
                </a:solidFill>
                <a:latin typeface="IBM Plex Sans KR"/>
                <a:ea typeface="IBM Plex Sans KR"/>
                <a:cs typeface="IBM Plex Sans KR"/>
              </a:defRPr>
            </a:lvl1pPr>
            <a:lvl2pPr>
              <a:defRPr sz="1200">
                <a:solidFill>
                  <a:srgbClr val="303A4C"/>
                </a:solidFill>
                <a:latin typeface="IBM Plex Sans KR"/>
                <a:ea typeface="IBM Plex Sans KR"/>
                <a:cs typeface="IBM Plex Sans KR"/>
              </a:defRPr>
            </a:lvl2pPr>
            <a:lvl3pPr>
              <a:defRPr sz="1200">
                <a:solidFill>
                  <a:srgbClr val="303A4C"/>
                </a:solidFill>
                <a:latin typeface="IBM Plex Sans KR"/>
                <a:ea typeface="IBM Plex Sans KR"/>
                <a:cs typeface="IBM Plex Sans KR"/>
              </a:defRPr>
            </a:lvl3pPr>
            <a:lvl4pPr>
              <a:defRPr sz="1200">
                <a:solidFill>
                  <a:srgbClr val="303A4C"/>
                </a:solidFill>
                <a:latin typeface="IBM Plex Sans KR"/>
                <a:ea typeface="IBM Plex Sans KR"/>
                <a:cs typeface="IBM Plex Sans KR"/>
              </a:defRPr>
            </a:lvl4pPr>
            <a:lvl5pPr>
              <a:defRPr sz="1200">
                <a:solidFill>
                  <a:srgbClr val="303A4C"/>
                </a:solidFill>
                <a:latin typeface="IBM Plex Sans KR"/>
                <a:ea typeface="IBM Plex Sans KR"/>
                <a:cs typeface="IBM Plex Sans KR"/>
              </a:defRPr>
            </a:lvl5pPr>
            <a:lvl6pPr>
              <a:defRPr sz="1200">
                <a:solidFill>
                  <a:srgbClr val="303A4C"/>
                </a:solidFill>
                <a:latin typeface="IBM Plex Sans KR"/>
                <a:ea typeface="IBM Plex Sans KR"/>
                <a:cs typeface="IBM Plex Sans KR"/>
              </a:defRPr>
            </a:lvl6pPr>
            <a:lvl7pPr>
              <a:defRPr sz="1200">
                <a:solidFill>
                  <a:srgbClr val="303A4C"/>
                </a:solidFill>
                <a:latin typeface="IBM Plex Sans KR"/>
                <a:ea typeface="IBM Plex Sans KR"/>
                <a:cs typeface="IBM Plex Sans KR"/>
              </a:defRPr>
            </a:lvl7pPr>
            <a:lvl8pPr>
              <a:defRPr sz="1200">
                <a:solidFill>
                  <a:srgbClr val="303A4C"/>
                </a:solidFill>
                <a:latin typeface="IBM Plex Sans KR"/>
                <a:ea typeface="IBM Plex Sans KR"/>
                <a:cs typeface="IBM Plex Sans KR"/>
              </a:defRPr>
            </a:lvl8pPr>
            <a:lvl9pPr>
              <a:defRPr sz="1200">
                <a:solidFill>
                  <a:srgbClr val="303A4C"/>
                </a:solidFill>
                <a:latin typeface="IBM Plex Sans KR"/>
                <a:ea typeface="IBM Plex Sans KR"/>
                <a:cs typeface="IBM Plex Sans KR"/>
              </a:defRPr>
            </a:lvl9pPr>
          </a:lstStyle>
          <a:p xmlns:a="http://schemas.openxmlformats.org/drawingml/2006/main">
            <a:pPr>
              <a:lnSpc>
                <a:spcPct val="115000"/>
              </a:lnSpc>
              <a:buNone/>
              <a:defRPr sz="1200">
                <a:solidFill>
                  <a:srgbClr val="303A4C"/>
                </a:solidFill>
                <a:latin typeface="IBM Plex Sans KR"/>
                <a:ea typeface="IBM Plex Sans KR"/>
                <a:cs typeface="IBM Plex Sans KR"/>
              </a:defRPr>
            </a:pPr>
            <a:r>
              <a:rPr sz="1200">
                <a:solidFill>
                  <a:srgbClr val="303A4C"/>
                </a:solidFill>
                <a:latin typeface="IBM Plex Sans KR"/>
                <a:ea typeface="IBM Plex Sans KR"/>
                <a:cs typeface="IBM Plex Sans KR"/>
              </a:rPr>
              <a:t>수진의 디자인·상호작용, 주미의 RAG 시험 명세를 기존 계산 엔진에 연결했다. 통합 재구현·검증은 AI로 수행했다.</a:t>
            </a:r>
          </a:p>
        </p:txBody>
      </p:sp>
    </p:spTree>
    <p:extLst>
      <p:ext uri="{BB962C8B-B14F-4D97-AF65-F5344CB8AC3E}">
        <p14:creationId xmlns:p14="http://schemas.microsoft.com/office/powerpoint/2010/main" val="417183885"/>
      </p:ext>
    </p:extLst>
  </p:cSld>
</p:sld>
</file>

<file path=ppt/slides/slide3.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49" name="Google Shape;49;p3">
            <a:extLst xmlns:a="http://schemas.openxmlformats.org/drawingml/2006/main">
              <a:ext uri="{FF2B5EF4-FFF2-40B4-BE49-F238E27FC236}">
                <a16:creationId xmlns:a16="http://schemas.microsoft.com/office/drawing/2014/main" id="{3461B454-2BC1-411C-A225-B06961DA508C}"/>
              </a:ext>
            </a:extLst>
          </p:cNvPr>
          <p:cNvSpPr>
            <a:spLocks xmlns:a="http://schemas.openxmlformats.org/drawingml/2006/main" noGrp="1"/>
          </p:cNvSpPr>
          <p:nvPr/>
        </p:nvSpPr>
        <p:spPr>
          <a:xfrm xmlns:a="http://schemas.openxmlformats.org/drawingml/2006/main">
            <a:off x="812752" y="660377"/>
            <a:ext cx="10883490" cy="20820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marR="0" lvl="0" indent="0" algn="l">
              <a:lnSpc>
                <a:spcPct val="120000"/>
              </a:lnSpc>
              <a:spcBef>
                <a:spcPts val="0"/>
              </a:spcBef>
              <a:spcAft>
                <a:spcPts val="0"/>
              </a:spcAft>
              <a:buClr>
                <a:srgbClr val="1D4ED8"/>
              </a:buClr>
              <a:buSzPts val="1200"/>
              <a:buFont typeface="IBM Plex Sans KR"/>
              <a:buNone/>
            </a:pPr>
            <a:r>
              <a:rPr sz="1200" b="1" i="0" u="none" strike="noStrike" cap="none">
                <a:solidFill>
                  <a:srgbClr val="1D4ED8"/>
                </a:solidFill>
                <a:latin typeface="IBM Plex Sans KR"/>
                <a:ea typeface="IBM Plex Sans KR"/>
                <a:cs typeface="IBM Plex Sans KR"/>
              </a:rPr>
              <a:t>02 · 배경과 문제</a:t>
            </a:r>
            <a:endParaRPr sz="1200" b="0" i="0" u="none" strike="noStrike" cap="none">
              <a:solidFill>
                <a:schemeClr val="dk1"/>
              </a:solidFill>
              <a:latin typeface="IBM Plex Sans KR"/>
              <a:ea typeface="IBM Plex Sans KR"/>
              <a:cs typeface="IBM Plex Sans KR"/>
            </a:endParaRPr>
          </a:p>
        </p:txBody>
      </p:sp>
      <p:sp>
        <p:nvSpPr>
          <p:cNvPr id="50" name="Google Shape;50;p3">
            <a:extLst xmlns:a="http://schemas.openxmlformats.org/drawingml/2006/main">
              <a:ext uri="{FF2B5EF4-FFF2-40B4-BE49-F238E27FC236}">
                <a16:creationId xmlns:a16="http://schemas.microsoft.com/office/drawing/2014/main" id="{7D9D8131-C4CA-4FF7-8DEB-2FA9E8B12688}"/>
              </a:ext>
            </a:extLst>
          </p:cNvPr>
          <p:cNvSpPr>
            <a:spLocks xmlns:a="http://schemas.openxmlformats.org/drawingml/2006/main" noGrp="1"/>
          </p:cNvSpPr>
          <p:nvPr>
            <p:ph type="title" idx="0"/>
          </p:nvPr>
        </p:nvSpPr>
        <p:spPr>
          <a:xfrm xmlns:a="http://schemas.openxmlformats.org/drawingml/2006/main">
            <a:off x="812752" y="906680"/>
            <a:ext cx="10883490" cy="42161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lvl="0" indent="0" algn="l">
              <a:lnSpc>
                <a:spcPct val="120000"/>
              </a:lnSpc>
              <a:spcBef>
                <a:spcPts val="0"/>
              </a:spcBef>
              <a:spcAft>
                <a:spcPts val="0"/>
              </a:spcAft>
              <a:buClr>
                <a:srgbClr val="1F2937"/>
              </a:buClr>
              <a:buSzPts val="2600"/>
              <a:buFont typeface="IBM Plex Sans KR"/>
              <a:buNone/>
            </a:pPr>
            <a:r>
              <a:rPr sz="2600" b="1" i="0">
                <a:solidFill>
                  <a:srgbClr val="1F2937"/>
                </a:solidFill>
                <a:latin typeface="IBM Plex Sans KR"/>
                <a:ea typeface="IBM Plex Sans KR"/>
                <a:cs typeface="IBM Plex Sans KR"/>
              </a:rPr>
              <a:t>프로젝트 배경 및 문제 정의</a:t>
            </a:r>
            <a:endParaRPr sz="2600"/>
          </a:p>
        </p:txBody>
      </p:sp>
      <p:sp>
        <p:nvSpPr>
          <p:cNvPr id="51" name="Google Shape;51;p3">
            <a:extLst xmlns:a="http://schemas.openxmlformats.org/drawingml/2006/main">
              <a:ext uri="{FF2B5EF4-FFF2-40B4-BE49-F238E27FC236}">
                <a16:creationId xmlns:a16="http://schemas.microsoft.com/office/drawing/2014/main" id="{D8F79A55-6D0B-4A35-8D69-F8870B9162E2}"/>
              </a:ext>
            </a:extLst>
          </p:cNvPr>
          <p:cNvSpPr>
            <a:spLocks xmlns:a="http://schemas.openxmlformats.org/drawingml/2006/main" noGrp="1"/>
          </p:cNvSpPr>
          <p:nvPr/>
        </p:nvSpPr>
        <p:spPr>
          <a:xfrm xmlns:a="http://schemas.openxmlformats.org/drawingml/2006/main">
            <a:off x="812752" y="1506082"/>
            <a:ext cx="5182826" cy="1535605"/>
          </a:xfrm>
          <a:prstGeom xmlns:a="http://schemas.openxmlformats.org/drawingml/2006/main" prst="roundRect">
            <a:avLst>
              <a:gd name="adj" fmla="val 6616"/>
            </a:avLst>
          </a:prstGeom>
          <a:solidFill xmlns:a="http://schemas.openxmlformats.org/drawingml/2006/main">
            <a:srgbClr val="EAF0FD"/>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2" name="Google Shape;52;p3">
            <a:extLst xmlns:a="http://schemas.openxmlformats.org/drawingml/2006/main">
              <a:ext uri="{FF2B5EF4-FFF2-40B4-BE49-F238E27FC236}">
                <a16:creationId xmlns:a16="http://schemas.microsoft.com/office/drawing/2014/main" id="{96DF2FDE-57C9-4089-B3F5-26B19206DE3D}"/>
              </a:ext>
            </a:extLst>
          </p:cNvPr>
          <p:cNvSpPr>
            <a:spLocks xmlns:a="http://schemas.openxmlformats.org/drawingml/2006/main" noGrp="1"/>
          </p:cNvSpPr>
          <p:nvPr/>
        </p:nvSpPr>
        <p:spPr>
          <a:xfrm xmlns:a="http://schemas.openxmlformats.org/drawingml/2006/main">
            <a:off x="1015940" y="1683834"/>
            <a:ext cx="4919744" cy="22347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marR="0" lvl="0" indent="0" algn="l">
              <a:lnSpc>
                <a:spcPct val="130000"/>
              </a:lnSpc>
              <a:spcBef>
                <a:spcPts val="0"/>
              </a:spcBef>
              <a:spcAft>
                <a:spcPts val="0"/>
              </a:spcAft>
              <a:buClr>
                <a:srgbClr val="1D4ED8"/>
              </a:buClr>
              <a:buSzPts val="1200"/>
              <a:buFont typeface="IBM Plex Sans KR"/>
              <a:buNone/>
            </a:pPr>
            <a:r>
              <a:rPr sz="1200" b="1" i="0" u="none" strike="noStrike" cap="none">
                <a:solidFill>
                  <a:srgbClr val="1D4ED8"/>
                </a:solidFill>
                <a:latin typeface="IBM Plex Sans KR"/>
                <a:ea typeface="IBM Plex Sans KR"/>
                <a:cs typeface="IBM Plex Sans KR"/>
              </a:rPr>
              <a:t>배경</a:t>
            </a:r>
            <a:endParaRPr sz="1200" b="0" i="0" u="none" strike="noStrike" cap="none">
              <a:solidFill>
                <a:schemeClr val="dk1"/>
              </a:solidFill>
              <a:latin typeface="IBM Plex Sans KR"/>
              <a:ea typeface="IBM Plex Sans KR"/>
              <a:cs typeface="IBM Plex Sans KR"/>
            </a:endParaRPr>
          </a:p>
        </p:txBody>
      </p:sp>
      <p:sp>
        <p:nvSpPr>
          <p:cNvPr id="53" name="Google Shape;53;p3">
            <a:extLst xmlns:a="http://schemas.openxmlformats.org/drawingml/2006/main">
              <a:ext uri="{FF2B5EF4-FFF2-40B4-BE49-F238E27FC236}">
                <a16:creationId xmlns:a16="http://schemas.microsoft.com/office/drawing/2014/main" id="{439EAC16-72A4-434A-939A-01C96D604413}"/>
              </a:ext>
            </a:extLst>
          </p:cNvPr>
          <p:cNvSpPr>
            <a:spLocks xmlns:a="http://schemas.openxmlformats.org/drawingml/2006/main" noGrp="1"/>
          </p:cNvSpPr>
          <p:nvPr/>
        </p:nvSpPr>
        <p:spPr>
          <a:xfrm xmlns:a="http://schemas.openxmlformats.org/drawingml/2006/main">
            <a:off x="1015940" y="1945410"/>
            <a:ext cx="4919744" cy="2730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fontScale="91892"/>
          </a:bodyPr>
          <a:lstStyle xmlns:a="http://schemas.openxmlformats.org/drawingml/2006/main">
            <a:defPPr algn="l">
              <a:defRPr sz="1300">
                <a:solidFill>
                  <a:srgbClr val="1F2937"/>
                </a:solidFill>
                <a:latin typeface="IBM Plex Sans KR"/>
                <a:ea typeface="IBM Plex Sans KR"/>
                <a:cs typeface="IBM Plex Sans KR"/>
              </a:defRPr>
            </a:defPPr>
            <a:lvl1pPr algn="l">
              <a:defRPr sz="1300">
                <a:solidFill>
                  <a:srgbClr val="1F2937"/>
                </a:solidFill>
                <a:latin typeface="IBM Plex Sans KR"/>
                <a:ea typeface="IBM Plex Sans KR"/>
                <a:cs typeface="IBM Plex Sans KR"/>
              </a:defRPr>
            </a:lvl1pPr>
            <a:lvl2pPr algn="l">
              <a:defRPr sz="1300">
                <a:solidFill>
                  <a:srgbClr val="1F2937"/>
                </a:solidFill>
                <a:latin typeface="IBM Plex Sans KR"/>
                <a:ea typeface="IBM Plex Sans KR"/>
                <a:cs typeface="IBM Plex Sans KR"/>
              </a:defRPr>
            </a:lvl2pPr>
            <a:lvl3pPr algn="l">
              <a:defRPr sz="1300">
                <a:solidFill>
                  <a:srgbClr val="1F2937"/>
                </a:solidFill>
                <a:latin typeface="IBM Plex Sans KR"/>
                <a:ea typeface="IBM Plex Sans KR"/>
                <a:cs typeface="IBM Plex Sans KR"/>
              </a:defRPr>
            </a:lvl3pPr>
            <a:lvl4pPr algn="l">
              <a:defRPr sz="1300">
                <a:solidFill>
                  <a:srgbClr val="1F2937"/>
                </a:solidFill>
                <a:latin typeface="IBM Plex Sans KR"/>
                <a:ea typeface="IBM Plex Sans KR"/>
                <a:cs typeface="IBM Plex Sans KR"/>
              </a:defRPr>
            </a:lvl4pPr>
            <a:lvl5pPr algn="l">
              <a:defRPr sz="1300">
                <a:solidFill>
                  <a:srgbClr val="1F2937"/>
                </a:solidFill>
                <a:latin typeface="IBM Plex Sans KR"/>
                <a:ea typeface="IBM Plex Sans KR"/>
                <a:cs typeface="IBM Plex Sans KR"/>
              </a:defRPr>
            </a:lvl5pPr>
            <a:lvl6pPr algn="l">
              <a:defRPr sz="1300">
                <a:solidFill>
                  <a:srgbClr val="1F2937"/>
                </a:solidFill>
                <a:latin typeface="IBM Plex Sans KR"/>
                <a:ea typeface="IBM Plex Sans KR"/>
                <a:cs typeface="IBM Plex Sans KR"/>
              </a:defRPr>
            </a:lvl6pPr>
            <a:lvl7pPr algn="l">
              <a:defRPr sz="1300">
                <a:solidFill>
                  <a:srgbClr val="1F2937"/>
                </a:solidFill>
                <a:latin typeface="IBM Plex Sans KR"/>
                <a:ea typeface="IBM Plex Sans KR"/>
                <a:cs typeface="IBM Plex Sans KR"/>
              </a:defRPr>
            </a:lvl7pPr>
            <a:lvl8pPr algn="l">
              <a:defRPr sz="1300">
                <a:solidFill>
                  <a:srgbClr val="1F2937"/>
                </a:solidFill>
                <a:latin typeface="IBM Plex Sans KR"/>
                <a:ea typeface="IBM Plex Sans KR"/>
                <a:cs typeface="IBM Plex Sans KR"/>
              </a:defRPr>
            </a:lvl8pPr>
            <a:lvl9pPr algn="l">
              <a:defRPr sz="1300">
                <a:solidFill>
                  <a:srgbClr val="1F2937"/>
                </a:solidFill>
                <a:latin typeface="IBM Plex Sans KR"/>
                <a:ea typeface="IBM Plex Sans KR"/>
                <a:cs typeface="IBM Plex Sans KR"/>
              </a:defRPr>
            </a:lvl9pPr>
          </a:lstStyle>
          <a:p xmlns:a="http://schemas.openxmlformats.org/drawingml/2006/main">
            <a:pPr marL="0" marR="0" lvl="0" indent="0" algn="l">
              <a:lnSpc>
                <a:spcPct val="150000"/>
              </a:lnSpc>
              <a:spcBef>
                <a:spcPts val="0"/>
              </a:spcBef>
              <a:spcAft>
                <a:spcPts val="0"/>
              </a:spcAft>
              <a:buClr>
                <a:srgbClr val="1F2937"/>
              </a:buClr>
              <a:buSzPts val="1300"/>
              <a:buFont typeface="IBM Plex Sans KR"/>
              <a:buNone/>
              <a:defRPr sz="1300">
                <a:solidFill>
                  <a:srgbClr val="1F2937"/>
                </a:solidFill>
                <a:latin typeface="IBM Plex Sans KR"/>
                <a:ea typeface="IBM Plex Sans KR"/>
                <a:cs typeface="IBM Plex Sans KR"/>
              </a:defRPr>
            </a:pPr>
            <a:r>
              <a:rPr sz="1300" b="0" i="0" u="none" strike="noStrike" cap="none">
                <a:solidFill>
                  <a:srgbClr val="1F2937"/>
                </a:solidFill>
                <a:latin typeface="IBM Plex Sans KR"/>
                <a:ea typeface="IBM Plex Sans KR"/>
                <a:cs typeface="IBM Plex Sans KR"/>
              </a:rPr>
              <a:t>• 학칙·학과 공지·성적표에 근거가 나뉘어 있다.</a:t>
            </a:r>
            <a:endParaRPr sz="1300" b="0" i="0" u="none" strike="noStrike" cap="none">
              <a:solidFill>
                <a:schemeClr val="dk1"/>
              </a:solidFill>
              <a:latin typeface="IBM Plex Sans KR"/>
              <a:ea typeface="IBM Plex Sans KR"/>
              <a:cs typeface="IBM Plex Sans KR"/>
            </a:endParaRPr>
          </a:p>
        </p:txBody>
      </p:sp>
      <p:sp>
        <p:nvSpPr>
          <p:cNvPr id="54" name="Google Shape;54;p3">
            <a:extLst xmlns:a="http://schemas.openxmlformats.org/drawingml/2006/main">
              <a:ext uri="{FF2B5EF4-FFF2-40B4-BE49-F238E27FC236}">
                <a16:creationId xmlns:a16="http://schemas.microsoft.com/office/drawing/2014/main" id="{462A21EB-58DE-4148-9C57-EF1264653818}"/>
              </a:ext>
            </a:extLst>
          </p:cNvPr>
          <p:cNvSpPr>
            <a:spLocks xmlns:a="http://schemas.openxmlformats.org/drawingml/2006/main" noGrp="1"/>
          </p:cNvSpPr>
          <p:nvPr/>
        </p:nvSpPr>
        <p:spPr>
          <a:xfrm xmlns:a="http://schemas.openxmlformats.org/drawingml/2006/main">
            <a:off x="1015940" y="2269283"/>
            <a:ext cx="4919744" cy="2730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fontScale="91892"/>
          </a:bodyPr>
          <a:lstStyle xmlns:a="http://schemas.openxmlformats.org/drawingml/2006/main">
            <a:defPPr algn="l">
              <a:defRPr sz="1300">
                <a:solidFill>
                  <a:srgbClr val="1F2937"/>
                </a:solidFill>
                <a:latin typeface="IBM Plex Sans KR"/>
                <a:ea typeface="IBM Plex Sans KR"/>
                <a:cs typeface="IBM Plex Sans KR"/>
              </a:defRPr>
            </a:defPPr>
            <a:lvl1pPr algn="l">
              <a:defRPr sz="1300">
                <a:solidFill>
                  <a:srgbClr val="1F2937"/>
                </a:solidFill>
                <a:latin typeface="IBM Plex Sans KR"/>
                <a:ea typeface="IBM Plex Sans KR"/>
                <a:cs typeface="IBM Plex Sans KR"/>
              </a:defRPr>
            </a:lvl1pPr>
            <a:lvl2pPr algn="l">
              <a:defRPr sz="1300">
                <a:solidFill>
                  <a:srgbClr val="1F2937"/>
                </a:solidFill>
                <a:latin typeface="IBM Plex Sans KR"/>
                <a:ea typeface="IBM Plex Sans KR"/>
                <a:cs typeface="IBM Plex Sans KR"/>
              </a:defRPr>
            </a:lvl2pPr>
            <a:lvl3pPr algn="l">
              <a:defRPr sz="1300">
                <a:solidFill>
                  <a:srgbClr val="1F2937"/>
                </a:solidFill>
                <a:latin typeface="IBM Plex Sans KR"/>
                <a:ea typeface="IBM Plex Sans KR"/>
                <a:cs typeface="IBM Plex Sans KR"/>
              </a:defRPr>
            </a:lvl3pPr>
            <a:lvl4pPr algn="l">
              <a:defRPr sz="1300">
                <a:solidFill>
                  <a:srgbClr val="1F2937"/>
                </a:solidFill>
                <a:latin typeface="IBM Plex Sans KR"/>
                <a:ea typeface="IBM Plex Sans KR"/>
                <a:cs typeface="IBM Plex Sans KR"/>
              </a:defRPr>
            </a:lvl4pPr>
            <a:lvl5pPr algn="l">
              <a:defRPr sz="1300">
                <a:solidFill>
                  <a:srgbClr val="1F2937"/>
                </a:solidFill>
                <a:latin typeface="IBM Plex Sans KR"/>
                <a:ea typeface="IBM Plex Sans KR"/>
                <a:cs typeface="IBM Plex Sans KR"/>
              </a:defRPr>
            </a:lvl5pPr>
            <a:lvl6pPr algn="l">
              <a:defRPr sz="1300">
                <a:solidFill>
                  <a:srgbClr val="1F2937"/>
                </a:solidFill>
                <a:latin typeface="IBM Plex Sans KR"/>
                <a:ea typeface="IBM Plex Sans KR"/>
                <a:cs typeface="IBM Plex Sans KR"/>
              </a:defRPr>
            </a:lvl6pPr>
            <a:lvl7pPr algn="l">
              <a:defRPr sz="1300">
                <a:solidFill>
                  <a:srgbClr val="1F2937"/>
                </a:solidFill>
                <a:latin typeface="IBM Plex Sans KR"/>
                <a:ea typeface="IBM Plex Sans KR"/>
                <a:cs typeface="IBM Plex Sans KR"/>
              </a:defRPr>
            </a:lvl7pPr>
            <a:lvl8pPr algn="l">
              <a:defRPr sz="1300">
                <a:solidFill>
                  <a:srgbClr val="1F2937"/>
                </a:solidFill>
                <a:latin typeface="IBM Plex Sans KR"/>
                <a:ea typeface="IBM Plex Sans KR"/>
                <a:cs typeface="IBM Plex Sans KR"/>
              </a:defRPr>
            </a:lvl8pPr>
            <a:lvl9pPr algn="l">
              <a:defRPr sz="1300">
                <a:solidFill>
                  <a:srgbClr val="1F2937"/>
                </a:solidFill>
                <a:latin typeface="IBM Plex Sans KR"/>
                <a:ea typeface="IBM Plex Sans KR"/>
                <a:cs typeface="IBM Plex Sans KR"/>
              </a:defRPr>
            </a:lvl9pPr>
          </a:lstStyle>
          <a:p xmlns:a="http://schemas.openxmlformats.org/drawingml/2006/main">
            <a:pPr marL="0" marR="0" lvl="0" indent="0" algn="l">
              <a:lnSpc>
                <a:spcPct val="150000"/>
              </a:lnSpc>
              <a:spcBef>
                <a:spcPts val="0"/>
              </a:spcBef>
              <a:spcAft>
                <a:spcPts val="0"/>
              </a:spcAft>
              <a:buClr>
                <a:srgbClr val="1F2937"/>
              </a:buClr>
              <a:buSzPts val="1300"/>
              <a:buFont typeface="IBM Plex Sans KR"/>
              <a:buNone/>
              <a:defRPr sz="1300">
                <a:solidFill>
                  <a:srgbClr val="1F2937"/>
                </a:solidFill>
                <a:latin typeface="IBM Plex Sans KR"/>
                <a:ea typeface="IBM Plex Sans KR"/>
                <a:cs typeface="IBM Plex Sans KR"/>
              </a:defRPr>
            </a:pPr>
            <a:r>
              <a:rPr sz="1300" b="0" i="0" u="none" strike="noStrike" cap="none">
                <a:solidFill>
                  <a:srgbClr val="1F2937"/>
                </a:solidFill>
                <a:latin typeface="IBM Plex Sans KR"/>
                <a:ea typeface="IBM Plex Sans KR"/>
                <a:cs typeface="IBM Plex Sans KR"/>
              </a:rPr>
              <a:t>• 수강 중 학점과 확정 이수를 섞으면 오판한다.</a:t>
            </a:r>
            <a:endParaRPr sz="1300" b="0" i="0" u="none" strike="noStrike" cap="none">
              <a:solidFill>
                <a:schemeClr val="dk1"/>
              </a:solidFill>
              <a:latin typeface="IBM Plex Sans KR"/>
              <a:ea typeface="IBM Plex Sans KR"/>
              <a:cs typeface="IBM Plex Sans KR"/>
            </a:endParaRPr>
          </a:p>
        </p:txBody>
      </p:sp>
      <p:sp>
        <p:nvSpPr>
          <p:cNvPr id="55" name="Google Shape;55;p3">
            <a:extLst xmlns:a="http://schemas.openxmlformats.org/drawingml/2006/main">
              <a:ext uri="{FF2B5EF4-FFF2-40B4-BE49-F238E27FC236}">
                <a16:creationId xmlns:a16="http://schemas.microsoft.com/office/drawing/2014/main" id="{E46603CB-0077-479E-9DD6-B557685376FC}"/>
              </a:ext>
            </a:extLst>
          </p:cNvPr>
          <p:cNvSpPr>
            <a:spLocks xmlns:a="http://schemas.openxmlformats.org/drawingml/2006/main" noGrp="1"/>
          </p:cNvSpPr>
          <p:nvPr/>
        </p:nvSpPr>
        <p:spPr>
          <a:xfrm xmlns:a="http://schemas.openxmlformats.org/drawingml/2006/main">
            <a:off x="1015940" y="2593158"/>
            <a:ext cx="4919744" cy="2730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fontScale="91892"/>
          </a:bodyPr>
          <a:lstStyle xmlns:a="http://schemas.openxmlformats.org/drawingml/2006/main">
            <a:defPPr algn="l">
              <a:defRPr sz="1300">
                <a:solidFill>
                  <a:srgbClr val="1F2937"/>
                </a:solidFill>
                <a:latin typeface="IBM Plex Sans KR"/>
                <a:ea typeface="IBM Plex Sans KR"/>
                <a:cs typeface="IBM Plex Sans KR"/>
              </a:defRPr>
            </a:defPPr>
            <a:lvl1pPr algn="l">
              <a:defRPr sz="1300">
                <a:solidFill>
                  <a:srgbClr val="1F2937"/>
                </a:solidFill>
                <a:latin typeface="IBM Plex Sans KR"/>
                <a:ea typeface="IBM Plex Sans KR"/>
                <a:cs typeface="IBM Plex Sans KR"/>
              </a:defRPr>
            </a:lvl1pPr>
            <a:lvl2pPr algn="l">
              <a:defRPr sz="1300">
                <a:solidFill>
                  <a:srgbClr val="1F2937"/>
                </a:solidFill>
                <a:latin typeface="IBM Plex Sans KR"/>
                <a:ea typeface="IBM Plex Sans KR"/>
                <a:cs typeface="IBM Plex Sans KR"/>
              </a:defRPr>
            </a:lvl2pPr>
            <a:lvl3pPr algn="l">
              <a:defRPr sz="1300">
                <a:solidFill>
                  <a:srgbClr val="1F2937"/>
                </a:solidFill>
                <a:latin typeface="IBM Plex Sans KR"/>
                <a:ea typeface="IBM Plex Sans KR"/>
                <a:cs typeface="IBM Plex Sans KR"/>
              </a:defRPr>
            </a:lvl3pPr>
            <a:lvl4pPr algn="l">
              <a:defRPr sz="1300">
                <a:solidFill>
                  <a:srgbClr val="1F2937"/>
                </a:solidFill>
                <a:latin typeface="IBM Plex Sans KR"/>
                <a:ea typeface="IBM Plex Sans KR"/>
                <a:cs typeface="IBM Plex Sans KR"/>
              </a:defRPr>
            </a:lvl4pPr>
            <a:lvl5pPr algn="l">
              <a:defRPr sz="1300">
                <a:solidFill>
                  <a:srgbClr val="1F2937"/>
                </a:solidFill>
                <a:latin typeface="IBM Plex Sans KR"/>
                <a:ea typeface="IBM Plex Sans KR"/>
                <a:cs typeface="IBM Plex Sans KR"/>
              </a:defRPr>
            </a:lvl5pPr>
            <a:lvl6pPr algn="l">
              <a:defRPr sz="1300">
                <a:solidFill>
                  <a:srgbClr val="1F2937"/>
                </a:solidFill>
                <a:latin typeface="IBM Plex Sans KR"/>
                <a:ea typeface="IBM Plex Sans KR"/>
                <a:cs typeface="IBM Plex Sans KR"/>
              </a:defRPr>
            </a:lvl6pPr>
            <a:lvl7pPr algn="l">
              <a:defRPr sz="1300">
                <a:solidFill>
                  <a:srgbClr val="1F2937"/>
                </a:solidFill>
                <a:latin typeface="IBM Plex Sans KR"/>
                <a:ea typeface="IBM Plex Sans KR"/>
                <a:cs typeface="IBM Plex Sans KR"/>
              </a:defRPr>
            </a:lvl7pPr>
            <a:lvl8pPr algn="l">
              <a:defRPr sz="1300">
                <a:solidFill>
                  <a:srgbClr val="1F2937"/>
                </a:solidFill>
                <a:latin typeface="IBM Plex Sans KR"/>
                <a:ea typeface="IBM Plex Sans KR"/>
                <a:cs typeface="IBM Plex Sans KR"/>
              </a:defRPr>
            </a:lvl8pPr>
            <a:lvl9pPr algn="l">
              <a:defRPr sz="1300">
                <a:solidFill>
                  <a:srgbClr val="1F2937"/>
                </a:solidFill>
                <a:latin typeface="IBM Plex Sans KR"/>
                <a:ea typeface="IBM Plex Sans KR"/>
                <a:cs typeface="IBM Plex Sans KR"/>
              </a:defRPr>
            </a:lvl9pPr>
          </a:lstStyle>
          <a:p xmlns:a="http://schemas.openxmlformats.org/drawingml/2006/main">
            <a:pPr marL="0" marR="0" lvl="0" indent="0" algn="l">
              <a:lnSpc>
                <a:spcPct val="150000"/>
              </a:lnSpc>
              <a:spcBef>
                <a:spcPts val="0"/>
              </a:spcBef>
              <a:spcAft>
                <a:spcPts val="0"/>
              </a:spcAft>
              <a:buClr>
                <a:srgbClr val="1F2937"/>
              </a:buClr>
              <a:buSzPts val="1300"/>
              <a:buFont typeface="IBM Plex Sans KR"/>
              <a:buNone/>
              <a:defRPr sz="1300">
                <a:solidFill>
                  <a:srgbClr val="1F2937"/>
                </a:solidFill>
                <a:latin typeface="IBM Plex Sans KR"/>
                <a:ea typeface="IBM Plex Sans KR"/>
                <a:cs typeface="IBM Plex Sans KR"/>
              </a:defRPr>
            </a:pPr>
            <a:r>
              <a:rPr sz="1300" b="0" i="0" u="none" strike="noStrike" cap="none">
                <a:solidFill>
                  <a:srgbClr val="1F2937"/>
                </a:solidFill>
                <a:latin typeface="IBM Plex Sans KR"/>
                <a:ea typeface="IBM Plex Sans KR"/>
                <a:cs typeface="IBM Plex Sans KR"/>
              </a:rPr>
              <a:t>• 부족한 영역과 남은 학기 계획을 함께 확인한다.</a:t>
            </a:r>
            <a:endParaRPr sz="1300" b="0" i="0" u="none" strike="noStrike" cap="none">
              <a:solidFill>
                <a:schemeClr val="dk1"/>
              </a:solidFill>
              <a:latin typeface="IBM Plex Sans KR"/>
              <a:ea typeface="IBM Plex Sans KR"/>
              <a:cs typeface="IBM Plex Sans KR"/>
            </a:endParaRPr>
          </a:p>
        </p:txBody>
      </p:sp>
      <p:sp>
        <p:nvSpPr>
          <p:cNvPr id="56" name="Google Shape;56;p3">
            <a:extLst xmlns:a="http://schemas.openxmlformats.org/drawingml/2006/main">
              <a:ext uri="{FF2B5EF4-FFF2-40B4-BE49-F238E27FC236}">
                <a16:creationId xmlns:a16="http://schemas.microsoft.com/office/drawing/2014/main" id="{30ED784B-C6CB-43B8-AF88-EB44A5EC43C8}"/>
              </a:ext>
            </a:extLst>
          </p:cNvPr>
          <p:cNvSpPr>
            <a:spLocks xmlns:a="http://schemas.openxmlformats.org/drawingml/2006/main" noGrp="1"/>
          </p:cNvSpPr>
          <p:nvPr/>
        </p:nvSpPr>
        <p:spPr>
          <a:xfrm xmlns:a="http://schemas.openxmlformats.org/drawingml/2006/main">
            <a:off x="6179680" y="1512432"/>
            <a:ext cx="5193217" cy="1522905"/>
          </a:xfrm>
          <a:prstGeom xmlns:a="http://schemas.openxmlformats.org/drawingml/2006/main" prst="roundRect">
            <a:avLst>
              <a:gd name="adj" fmla="val 6254"/>
            </a:avLst>
          </a:prstGeom>
          <a:solidFill xmlns:a="http://schemas.openxmlformats.org/drawingml/2006/main">
            <a:srgbClr val="FFFFFF"/>
          </a:solidFill>
          <a:ln xmlns:a="http://schemas.openxmlformats.org/drawingml/2006/main" w="12700" cap="flat" cmpd="sng">
            <a:solidFill>
              <a:srgbClr val="CBD5E1"/>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7" name="Google Shape;57;p3">
            <a:extLst xmlns:a="http://schemas.openxmlformats.org/drawingml/2006/main">
              <a:ext uri="{FF2B5EF4-FFF2-40B4-BE49-F238E27FC236}">
                <a16:creationId xmlns:a16="http://schemas.microsoft.com/office/drawing/2014/main" id="{876A2F27-C589-4FB2-B621-A75DB5E2D45A}"/>
              </a:ext>
            </a:extLst>
          </p:cNvPr>
          <p:cNvSpPr>
            <a:spLocks xmlns:a="http://schemas.openxmlformats.org/drawingml/2006/main" noGrp="1"/>
          </p:cNvSpPr>
          <p:nvPr/>
        </p:nvSpPr>
        <p:spPr>
          <a:xfrm xmlns:a="http://schemas.openxmlformats.org/drawingml/2006/main">
            <a:off x="6388064" y="1695379"/>
            <a:ext cx="4919744" cy="22347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marR="0" lvl="0" indent="0" algn="l">
              <a:lnSpc>
                <a:spcPct val="130000"/>
              </a:lnSpc>
              <a:spcBef>
                <a:spcPts val="0"/>
              </a:spcBef>
              <a:spcAft>
                <a:spcPts val="0"/>
              </a:spcAft>
              <a:buClr>
                <a:srgbClr val="1D4ED8"/>
              </a:buClr>
              <a:buSzPts val="1200"/>
              <a:buFont typeface="IBM Plex Sans KR"/>
              <a:buNone/>
            </a:pPr>
            <a:r>
              <a:rPr sz="1200" b="1" i="0" u="none" strike="noStrike" cap="none">
                <a:solidFill>
                  <a:srgbClr val="1D4ED8"/>
                </a:solidFill>
                <a:latin typeface="IBM Plex Sans KR"/>
                <a:ea typeface="IBM Plex Sans KR"/>
                <a:cs typeface="IBM Plex Sans KR"/>
              </a:rPr>
              <a:t>문제 정의</a:t>
            </a:r>
            <a:endParaRPr sz="1200" b="0" i="0" u="none" strike="noStrike" cap="none">
              <a:solidFill>
                <a:schemeClr val="dk1"/>
              </a:solidFill>
              <a:latin typeface="IBM Plex Sans KR"/>
              <a:ea typeface="IBM Plex Sans KR"/>
              <a:cs typeface="IBM Plex Sans KR"/>
            </a:endParaRPr>
          </a:p>
        </p:txBody>
      </p:sp>
      <p:sp>
        <p:nvSpPr>
          <p:cNvPr id="58" name="Google Shape;58;p3">
            <a:extLst xmlns:a="http://schemas.openxmlformats.org/drawingml/2006/main">
              <a:ext uri="{FF2B5EF4-FFF2-40B4-BE49-F238E27FC236}">
                <a16:creationId xmlns:a16="http://schemas.microsoft.com/office/drawing/2014/main" id="{37A58532-8301-4FE7-B41B-77B2479CCC8A}"/>
              </a:ext>
            </a:extLst>
          </p:cNvPr>
          <p:cNvSpPr>
            <a:spLocks xmlns:a="http://schemas.openxmlformats.org/drawingml/2006/main" noGrp="1"/>
          </p:cNvSpPr>
          <p:nvPr/>
        </p:nvSpPr>
        <p:spPr>
          <a:xfrm xmlns:a="http://schemas.openxmlformats.org/drawingml/2006/main">
            <a:off x="6388064" y="1956955"/>
            <a:ext cx="4919744" cy="2730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fontScale="91892"/>
          </a:bodyPr>
          <a:lstStyle xmlns:a="http://schemas.openxmlformats.org/drawingml/2006/main">
            <a:defPPr algn="l">
              <a:defRPr sz="1300">
                <a:solidFill>
                  <a:srgbClr val="1F2937"/>
                </a:solidFill>
                <a:latin typeface="IBM Plex Sans KR"/>
                <a:ea typeface="IBM Plex Sans KR"/>
                <a:cs typeface="IBM Plex Sans KR"/>
              </a:defRPr>
            </a:defPPr>
            <a:lvl1pPr algn="l">
              <a:defRPr sz="1300">
                <a:solidFill>
                  <a:srgbClr val="1F2937"/>
                </a:solidFill>
                <a:latin typeface="IBM Plex Sans KR"/>
                <a:ea typeface="IBM Plex Sans KR"/>
                <a:cs typeface="IBM Plex Sans KR"/>
              </a:defRPr>
            </a:lvl1pPr>
            <a:lvl2pPr algn="l">
              <a:defRPr sz="1300">
                <a:solidFill>
                  <a:srgbClr val="1F2937"/>
                </a:solidFill>
                <a:latin typeface="IBM Plex Sans KR"/>
                <a:ea typeface="IBM Plex Sans KR"/>
                <a:cs typeface="IBM Plex Sans KR"/>
              </a:defRPr>
            </a:lvl2pPr>
            <a:lvl3pPr algn="l">
              <a:defRPr sz="1300">
                <a:solidFill>
                  <a:srgbClr val="1F2937"/>
                </a:solidFill>
                <a:latin typeface="IBM Plex Sans KR"/>
                <a:ea typeface="IBM Plex Sans KR"/>
                <a:cs typeface="IBM Plex Sans KR"/>
              </a:defRPr>
            </a:lvl3pPr>
            <a:lvl4pPr algn="l">
              <a:defRPr sz="1300">
                <a:solidFill>
                  <a:srgbClr val="1F2937"/>
                </a:solidFill>
                <a:latin typeface="IBM Plex Sans KR"/>
                <a:ea typeface="IBM Plex Sans KR"/>
                <a:cs typeface="IBM Plex Sans KR"/>
              </a:defRPr>
            </a:lvl4pPr>
            <a:lvl5pPr algn="l">
              <a:defRPr sz="1300">
                <a:solidFill>
                  <a:srgbClr val="1F2937"/>
                </a:solidFill>
                <a:latin typeface="IBM Plex Sans KR"/>
                <a:ea typeface="IBM Plex Sans KR"/>
                <a:cs typeface="IBM Plex Sans KR"/>
              </a:defRPr>
            </a:lvl5pPr>
            <a:lvl6pPr algn="l">
              <a:defRPr sz="1300">
                <a:solidFill>
                  <a:srgbClr val="1F2937"/>
                </a:solidFill>
                <a:latin typeface="IBM Plex Sans KR"/>
                <a:ea typeface="IBM Plex Sans KR"/>
                <a:cs typeface="IBM Plex Sans KR"/>
              </a:defRPr>
            </a:lvl6pPr>
            <a:lvl7pPr algn="l">
              <a:defRPr sz="1300">
                <a:solidFill>
                  <a:srgbClr val="1F2937"/>
                </a:solidFill>
                <a:latin typeface="IBM Plex Sans KR"/>
                <a:ea typeface="IBM Plex Sans KR"/>
                <a:cs typeface="IBM Plex Sans KR"/>
              </a:defRPr>
            </a:lvl7pPr>
            <a:lvl8pPr algn="l">
              <a:defRPr sz="1300">
                <a:solidFill>
                  <a:srgbClr val="1F2937"/>
                </a:solidFill>
                <a:latin typeface="IBM Plex Sans KR"/>
                <a:ea typeface="IBM Plex Sans KR"/>
                <a:cs typeface="IBM Plex Sans KR"/>
              </a:defRPr>
            </a:lvl8pPr>
            <a:lvl9pPr algn="l">
              <a:defRPr sz="1300">
                <a:solidFill>
                  <a:srgbClr val="1F2937"/>
                </a:solidFill>
                <a:latin typeface="IBM Plex Sans KR"/>
                <a:ea typeface="IBM Plex Sans KR"/>
                <a:cs typeface="IBM Plex Sans KR"/>
              </a:defRPr>
            </a:lvl9pPr>
          </a:lstStyle>
          <a:p xmlns:a="http://schemas.openxmlformats.org/drawingml/2006/main">
            <a:pPr marL="0" marR="0" lvl="0" indent="0" algn="l">
              <a:lnSpc>
                <a:spcPct val="150000"/>
              </a:lnSpc>
              <a:spcBef>
                <a:spcPts val="0"/>
              </a:spcBef>
              <a:spcAft>
                <a:spcPts val="0"/>
              </a:spcAft>
              <a:buClr>
                <a:srgbClr val="1F2937"/>
              </a:buClr>
              <a:buSzPts val="1300"/>
              <a:buFont typeface="IBM Plex Sans KR"/>
              <a:buNone/>
              <a:defRPr sz="1300">
                <a:solidFill>
                  <a:srgbClr val="1F2937"/>
                </a:solidFill>
                <a:latin typeface="IBM Plex Sans KR"/>
                <a:ea typeface="IBM Plex Sans KR"/>
                <a:cs typeface="IBM Plex Sans KR"/>
              </a:defRPr>
            </a:pPr>
            <a:r>
              <a:rPr sz="1300" b="0" i="0" u="none" strike="noStrike" cap="none">
                <a:solidFill>
                  <a:srgbClr val="1F2937"/>
                </a:solidFill>
                <a:latin typeface="IBM Plex Sans KR"/>
                <a:ea typeface="IBM Plex Sans KR"/>
                <a:cs typeface="IBM Plex Sans KR"/>
              </a:rPr>
              <a:t>대상: 2024학번 컴퓨터공학과 전공심화 재학생</a:t>
            </a:r>
            <a:endParaRPr sz="1300" b="0" i="0" u="none" strike="noStrike" cap="none">
              <a:solidFill>
                <a:schemeClr val="dk1"/>
              </a:solidFill>
              <a:latin typeface="IBM Plex Sans KR"/>
              <a:ea typeface="IBM Plex Sans KR"/>
              <a:cs typeface="IBM Plex Sans KR"/>
            </a:endParaRPr>
          </a:p>
        </p:txBody>
      </p:sp>
      <p:sp>
        <p:nvSpPr>
          <p:cNvPr id="59" name="Google Shape;59;p3">
            <a:extLst xmlns:a="http://schemas.openxmlformats.org/drawingml/2006/main">
              <a:ext uri="{FF2B5EF4-FFF2-40B4-BE49-F238E27FC236}">
                <a16:creationId xmlns:a16="http://schemas.microsoft.com/office/drawing/2014/main" id="{8187C626-FA27-41BA-BE56-916EB9D4FB00}"/>
              </a:ext>
            </a:extLst>
          </p:cNvPr>
          <p:cNvSpPr>
            <a:spLocks xmlns:a="http://schemas.openxmlformats.org/drawingml/2006/main" noGrp="1"/>
          </p:cNvSpPr>
          <p:nvPr/>
        </p:nvSpPr>
        <p:spPr>
          <a:xfrm xmlns:a="http://schemas.openxmlformats.org/drawingml/2006/main">
            <a:off x="6388064" y="2280830"/>
            <a:ext cx="4919744" cy="2730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fontScale="91892"/>
          </a:bodyPr>
          <a:lstStyle xmlns:a="http://schemas.openxmlformats.org/drawingml/2006/main">
            <a:defPPr algn="l">
              <a:defRPr sz="1300">
                <a:solidFill>
                  <a:srgbClr val="1F2937"/>
                </a:solidFill>
                <a:latin typeface="IBM Plex Sans KR"/>
                <a:ea typeface="IBM Plex Sans KR"/>
                <a:cs typeface="IBM Plex Sans KR"/>
              </a:defRPr>
            </a:defPPr>
            <a:lvl1pPr algn="l">
              <a:defRPr sz="1300">
                <a:solidFill>
                  <a:srgbClr val="1F2937"/>
                </a:solidFill>
                <a:latin typeface="IBM Plex Sans KR"/>
                <a:ea typeface="IBM Plex Sans KR"/>
                <a:cs typeface="IBM Plex Sans KR"/>
              </a:defRPr>
            </a:lvl1pPr>
            <a:lvl2pPr algn="l">
              <a:defRPr sz="1300">
                <a:solidFill>
                  <a:srgbClr val="1F2937"/>
                </a:solidFill>
                <a:latin typeface="IBM Plex Sans KR"/>
                <a:ea typeface="IBM Plex Sans KR"/>
                <a:cs typeface="IBM Plex Sans KR"/>
              </a:defRPr>
            </a:lvl2pPr>
            <a:lvl3pPr algn="l">
              <a:defRPr sz="1300">
                <a:solidFill>
                  <a:srgbClr val="1F2937"/>
                </a:solidFill>
                <a:latin typeface="IBM Plex Sans KR"/>
                <a:ea typeface="IBM Plex Sans KR"/>
                <a:cs typeface="IBM Plex Sans KR"/>
              </a:defRPr>
            </a:lvl3pPr>
            <a:lvl4pPr algn="l">
              <a:defRPr sz="1300">
                <a:solidFill>
                  <a:srgbClr val="1F2937"/>
                </a:solidFill>
                <a:latin typeface="IBM Plex Sans KR"/>
                <a:ea typeface="IBM Plex Sans KR"/>
                <a:cs typeface="IBM Plex Sans KR"/>
              </a:defRPr>
            </a:lvl4pPr>
            <a:lvl5pPr algn="l">
              <a:defRPr sz="1300">
                <a:solidFill>
                  <a:srgbClr val="1F2937"/>
                </a:solidFill>
                <a:latin typeface="IBM Plex Sans KR"/>
                <a:ea typeface="IBM Plex Sans KR"/>
                <a:cs typeface="IBM Plex Sans KR"/>
              </a:defRPr>
            </a:lvl5pPr>
            <a:lvl6pPr algn="l">
              <a:defRPr sz="1300">
                <a:solidFill>
                  <a:srgbClr val="1F2937"/>
                </a:solidFill>
                <a:latin typeface="IBM Plex Sans KR"/>
                <a:ea typeface="IBM Plex Sans KR"/>
                <a:cs typeface="IBM Plex Sans KR"/>
              </a:defRPr>
            </a:lvl6pPr>
            <a:lvl7pPr algn="l">
              <a:defRPr sz="1300">
                <a:solidFill>
                  <a:srgbClr val="1F2937"/>
                </a:solidFill>
                <a:latin typeface="IBM Plex Sans KR"/>
                <a:ea typeface="IBM Plex Sans KR"/>
                <a:cs typeface="IBM Plex Sans KR"/>
              </a:defRPr>
            </a:lvl7pPr>
            <a:lvl8pPr algn="l">
              <a:defRPr sz="1300">
                <a:solidFill>
                  <a:srgbClr val="1F2937"/>
                </a:solidFill>
                <a:latin typeface="IBM Plex Sans KR"/>
                <a:ea typeface="IBM Plex Sans KR"/>
                <a:cs typeface="IBM Plex Sans KR"/>
              </a:defRPr>
            </a:lvl8pPr>
            <a:lvl9pPr algn="l">
              <a:defRPr sz="1300">
                <a:solidFill>
                  <a:srgbClr val="1F2937"/>
                </a:solidFill>
                <a:latin typeface="IBM Plex Sans KR"/>
                <a:ea typeface="IBM Plex Sans KR"/>
                <a:cs typeface="IBM Plex Sans KR"/>
              </a:defRPr>
            </a:lvl9pPr>
          </a:lstStyle>
          <a:p xmlns:a="http://schemas.openxmlformats.org/drawingml/2006/main">
            <a:pPr marL="0" marR="0" lvl="0" indent="0" algn="l">
              <a:lnSpc>
                <a:spcPct val="150000"/>
              </a:lnSpc>
              <a:spcBef>
                <a:spcPts val="0"/>
              </a:spcBef>
              <a:spcAft>
                <a:spcPts val="0"/>
              </a:spcAft>
              <a:buClr>
                <a:srgbClr val="1F2937"/>
              </a:buClr>
              <a:buSzPts val="1300"/>
              <a:buFont typeface="IBM Plex Sans KR"/>
              <a:buNone/>
              <a:defRPr sz="1300">
                <a:solidFill>
                  <a:srgbClr val="1F2937"/>
                </a:solidFill>
                <a:latin typeface="IBM Plex Sans KR"/>
                <a:ea typeface="IBM Plex Sans KR"/>
                <a:cs typeface="IBM Plex Sans KR"/>
              </a:defRPr>
            </a:pPr>
            <a:r>
              <a:rPr sz="1300" b="0" i="0" u="none" strike="noStrike" cap="none">
                <a:solidFill>
                  <a:srgbClr val="1F2937"/>
                </a:solidFill>
                <a:latin typeface="IBM Plex Sans KR"/>
                <a:ea typeface="IBM Plex Sans KR"/>
                <a:cs typeface="IBM Plex Sans KR"/>
              </a:rPr>
              <a:t>불편: 규정 적용과 남은 요건을 직접 대조해야 한다.</a:t>
            </a:r>
            <a:endParaRPr sz="1300" b="0" i="0" u="none" strike="noStrike" cap="none">
              <a:solidFill>
                <a:schemeClr val="dk1"/>
              </a:solidFill>
              <a:latin typeface="IBM Plex Sans KR"/>
              <a:ea typeface="IBM Plex Sans KR"/>
              <a:cs typeface="IBM Plex Sans KR"/>
            </a:endParaRPr>
          </a:p>
        </p:txBody>
      </p:sp>
      <p:sp>
        <p:nvSpPr>
          <p:cNvPr id="60" name="Google Shape;60;p3">
            <a:extLst xmlns:a="http://schemas.openxmlformats.org/drawingml/2006/main">
              <a:ext uri="{FF2B5EF4-FFF2-40B4-BE49-F238E27FC236}">
                <a16:creationId xmlns:a16="http://schemas.microsoft.com/office/drawing/2014/main" id="{18EA52D3-3A30-4A10-91DE-5D22FA1019CD}"/>
              </a:ext>
            </a:extLst>
          </p:cNvPr>
          <p:cNvSpPr>
            <a:spLocks xmlns:a="http://schemas.openxmlformats.org/drawingml/2006/main" noGrp="1"/>
          </p:cNvSpPr>
          <p:nvPr/>
        </p:nvSpPr>
        <p:spPr>
          <a:xfrm xmlns:a="http://schemas.openxmlformats.org/drawingml/2006/main">
            <a:off x="6388064" y="2604703"/>
            <a:ext cx="4978484" cy="2730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fontScale="91892"/>
          </a:bodyPr>
          <a:lstStyle xmlns:a="http://schemas.openxmlformats.org/drawingml/2006/main">
            <a:defPPr algn="l">
              <a:defRPr sz="1300">
                <a:solidFill>
                  <a:srgbClr val="1F2937"/>
                </a:solidFill>
                <a:latin typeface="IBM Plex Sans KR"/>
                <a:ea typeface="IBM Plex Sans KR"/>
                <a:cs typeface="IBM Plex Sans KR"/>
              </a:defRPr>
            </a:defPPr>
            <a:lvl1pPr algn="l">
              <a:defRPr sz="1300">
                <a:solidFill>
                  <a:srgbClr val="1F2937"/>
                </a:solidFill>
                <a:latin typeface="IBM Plex Sans KR"/>
                <a:ea typeface="IBM Plex Sans KR"/>
                <a:cs typeface="IBM Plex Sans KR"/>
              </a:defRPr>
            </a:lvl1pPr>
            <a:lvl2pPr algn="l">
              <a:defRPr sz="1300">
                <a:solidFill>
                  <a:srgbClr val="1F2937"/>
                </a:solidFill>
                <a:latin typeface="IBM Plex Sans KR"/>
                <a:ea typeface="IBM Plex Sans KR"/>
                <a:cs typeface="IBM Plex Sans KR"/>
              </a:defRPr>
            </a:lvl2pPr>
            <a:lvl3pPr algn="l">
              <a:defRPr sz="1300">
                <a:solidFill>
                  <a:srgbClr val="1F2937"/>
                </a:solidFill>
                <a:latin typeface="IBM Plex Sans KR"/>
                <a:ea typeface="IBM Plex Sans KR"/>
                <a:cs typeface="IBM Plex Sans KR"/>
              </a:defRPr>
            </a:lvl3pPr>
            <a:lvl4pPr algn="l">
              <a:defRPr sz="1300">
                <a:solidFill>
                  <a:srgbClr val="1F2937"/>
                </a:solidFill>
                <a:latin typeface="IBM Plex Sans KR"/>
                <a:ea typeface="IBM Plex Sans KR"/>
                <a:cs typeface="IBM Plex Sans KR"/>
              </a:defRPr>
            </a:lvl4pPr>
            <a:lvl5pPr algn="l">
              <a:defRPr sz="1300">
                <a:solidFill>
                  <a:srgbClr val="1F2937"/>
                </a:solidFill>
                <a:latin typeface="IBM Plex Sans KR"/>
                <a:ea typeface="IBM Plex Sans KR"/>
                <a:cs typeface="IBM Plex Sans KR"/>
              </a:defRPr>
            </a:lvl5pPr>
            <a:lvl6pPr algn="l">
              <a:defRPr sz="1300">
                <a:solidFill>
                  <a:srgbClr val="1F2937"/>
                </a:solidFill>
                <a:latin typeface="IBM Plex Sans KR"/>
                <a:ea typeface="IBM Plex Sans KR"/>
                <a:cs typeface="IBM Plex Sans KR"/>
              </a:defRPr>
            </a:lvl6pPr>
            <a:lvl7pPr algn="l">
              <a:defRPr sz="1300">
                <a:solidFill>
                  <a:srgbClr val="1F2937"/>
                </a:solidFill>
                <a:latin typeface="IBM Plex Sans KR"/>
                <a:ea typeface="IBM Plex Sans KR"/>
                <a:cs typeface="IBM Plex Sans KR"/>
              </a:defRPr>
            </a:lvl7pPr>
            <a:lvl8pPr algn="l">
              <a:defRPr sz="1300">
                <a:solidFill>
                  <a:srgbClr val="1F2937"/>
                </a:solidFill>
                <a:latin typeface="IBM Plex Sans KR"/>
                <a:ea typeface="IBM Plex Sans KR"/>
                <a:cs typeface="IBM Plex Sans KR"/>
              </a:defRPr>
            </a:lvl8pPr>
            <a:lvl9pPr algn="l">
              <a:defRPr sz="1300">
                <a:solidFill>
                  <a:srgbClr val="1F2937"/>
                </a:solidFill>
                <a:latin typeface="IBM Plex Sans KR"/>
                <a:ea typeface="IBM Plex Sans KR"/>
                <a:cs typeface="IBM Plex Sans KR"/>
              </a:defRPr>
            </a:lvl9pPr>
          </a:lstStyle>
          <a:p xmlns:a="http://schemas.openxmlformats.org/drawingml/2006/main">
            <a:pPr marL="0" marR="0" lvl="0" indent="0" algn="l">
              <a:lnSpc>
                <a:spcPct val="150000"/>
              </a:lnSpc>
              <a:spcBef>
                <a:spcPts val="0"/>
              </a:spcBef>
              <a:spcAft>
                <a:spcPts val="0"/>
              </a:spcAft>
              <a:buClr>
                <a:srgbClr val="1F2937"/>
              </a:buClr>
              <a:buSzPts val="1300"/>
              <a:buFont typeface="IBM Plex Sans KR"/>
              <a:buNone/>
              <a:defRPr sz="1300">
                <a:solidFill>
                  <a:srgbClr val="1F2937"/>
                </a:solidFill>
                <a:latin typeface="IBM Plex Sans KR"/>
                <a:ea typeface="IBM Plex Sans KR"/>
                <a:cs typeface="IBM Plex Sans KR"/>
              </a:defRPr>
            </a:pPr>
            <a:r>
              <a:rPr sz="1300" b="0" i="0" u="none" strike="noStrike" cap="none">
                <a:solidFill>
                  <a:srgbClr val="1F2937"/>
                </a:solidFill>
                <a:latin typeface="IBM Plex Sans KR"/>
                <a:ea typeface="IBM Plex Sans KR"/>
                <a:cs typeface="IBM Plex Sans KR"/>
              </a:rPr>
              <a:t>해결: 계산 결과에 원문·출처·확인 조건을 연결한다.</a:t>
            </a:r>
            <a:endParaRPr sz="1300" b="0" i="0" u="none" strike="noStrike" cap="none">
              <a:solidFill>
                <a:schemeClr val="dk1"/>
              </a:solidFill>
              <a:latin typeface="IBM Plex Sans KR"/>
              <a:ea typeface="IBM Plex Sans KR"/>
              <a:cs typeface="IBM Plex Sans KR"/>
            </a:endParaRPr>
          </a:p>
        </p:txBody>
      </p:sp>
      <p:sp>
        <p:nvSpPr>
          <p:cNvPr id="61" name="Google Shape;61;p3">
            <a:extLst xmlns:a="http://schemas.openxmlformats.org/drawingml/2006/main">
              <a:ext uri="{FF2B5EF4-FFF2-40B4-BE49-F238E27FC236}">
                <a16:creationId xmlns:a16="http://schemas.microsoft.com/office/drawing/2014/main" id="{E14D6558-7AC3-462A-8135-61669B0D19AC}"/>
              </a:ext>
            </a:extLst>
          </p:cNvPr>
          <p:cNvSpPr>
            <a:spLocks xmlns:a="http://schemas.openxmlformats.org/drawingml/2006/main" noGrp="1"/>
          </p:cNvSpPr>
          <p:nvPr/>
        </p:nvSpPr>
        <p:spPr>
          <a:xfrm xmlns:a="http://schemas.openxmlformats.org/drawingml/2006/main">
            <a:off x="812752" y="6238334"/>
            <a:ext cx="2518641" cy="23869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marR="0" lvl="0" indent="0" algn="l">
              <a:lnSpc>
                <a:spcPct val="140000"/>
              </a:lnSpc>
              <a:spcBef>
                <a:spcPts val="0"/>
              </a:spcBef>
              <a:spcAft>
                <a:spcPts val="0"/>
              </a:spcAft>
              <a:buClr>
                <a:srgbClr val="1F2937"/>
              </a:buClr>
              <a:buSzPts val="1200"/>
              <a:buFont typeface="IBM Plex Sans KR"/>
              <a:buNone/>
            </a:pPr>
            <a:r>
              <a:rPr sz="1200" b="0" i="0" u="none" strike="noStrike" cap="none">
                <a:solidFill>
                  <a:srgbClr val="1F2937"/>
                </a:solidFill>
                <a:latin typeface="IBM Plex Sans KR"/>
                <a:ea typeface="IBM Plex Sans KR"/>
                <a:cs typeface="IBM Plex Sans KR"/>
              </a:rPr>
              <a:t>AI Agent 미니 프로젝트 결과 발표</a:t>
            </a:r>
            <a:endParaRPr sz="1200" b="0" i="0" u="none" strike="noStrike" cap="none">
              <a:solidFill>
                <a:schemeClr val="dk1"/>
              </a:solidFill>
              <a:latin typeface="IBM Plex Sans KR"/>
              <a:ea typeface="IBM Plex Sans KR"/>
              <a:cs typeface="IBM Plex Sans KR"/>
            </a:endParaRPr>
          </a:p>
        </p:txBody>
      </p:sp>
      <p:sp>
        <p:nvSpPr>
          <p:cNvPr id="62" name="Google Shape;62;p3">
            <a:extLst xmlns:a="http://schemas.openxmlformats.org/drawingml/2006/main">
              <a:ext uri="{FF2B5EF4-FFF2-40B4-BE49-F238E27FC236}">
                <a16:creationId xmlns:a16="http://schemas.microsoft.com/office/drawing/2014/main" id="{606DE2E4-3F94-4AF5-A20A-AA3D1DE4BB26}"/>
              </a:ext>
            </a:extLst>
          </p:cNvPr>
          <p:cNvSpPr>
            <a:spLocks xmlns:a="http://schemas.openxmlformats.org/drawingml/2006/main" noGrp="1"/>
          </p:cNvSpPr>
          <p:nvPr/>
        </p:nvSpPr>
        <p:spPr>
          <a:xfrm xmlns:a="http://schemas.openxmlformats.org/drawingml/2006/main">
            <a:off x="10974615" y="6238334"/>
            <a:ext cx="485559" cy="23869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marR="0" lvl="0" indent="0" algn="l">
              <a:lnSpc>
                <a:spcPct val="140000"/>
              </a:lnSpc>
              <a:spcBef>
                <a:spcPts val="0"/>
              </a:spcBef>
              <a:spcAft>
                <a:spcPts val="0"/>
              </a:spcAft>
              <a:buClr>
                <a:srgbClr val="1F2937"/>
              </a:buClr>
              <a:buSzPts val="1200"/>
              <a:buFont typeface="IBM Plex Sans KR"/>
              <a:buNone/>
            </a:pPr>
            <a:r>
              <a:rPr sz="1200" b="0" i="0" u="none" strike="noStrike" cap="none">
                <a:solidFill>
                  <a:srgbClr val="1F2937"/>
                </a:solidFill>
                <a:latin typeface="IBM Plex Sans KR"/>
                <a:ea typeface="IBM Plex Sans KR"/>
                <a:cs typeface="IBM Plex Sans KR"/>
              </a:rPr>
              <a:t>3 / 14</a:t>
            </a:r>
            <a:endParaRPr sz="1200" b="0" i="0" u="none" strike="noStrike" cap="none">
              <a:solidFill>
                <a:schemeClr val="dk1"/>
              </a:solidFill>
              <a:latin typeface="IBM Plex Sans KR"/>
              <a:ea typeface="IBM Plex Sans KR"/>
              <a:cs typeface="IBM Plex Sans KR"/>
            </a:endParaRPr>
          </a:p>
        </p:txBody>
      </p:sp>
      <p:sp>
        <p:nvSpPr>
          <p:cNvPr id="63" name="scope">
            <a:extLst xmlns:a="http://schemas.openxmlformats.org/drawingml/2006/main">
              <a:ext uri="{FF2B5EF4-FFF2-40B4-BE49-F238E27FC236}">
                <a16:creationId xmlns:a16="http://schemas.microsoft.com/office/drawing/2014/main" id="{63333095-0D70-4459-AB26-0F2252FEE3A5}"/>
              </a:ext>
            </a:extLst>
          </p:cNvPr>
          <p:cNvSpPr>
            <a:spLocks xmlns:a="http://schemas.openxmlformats.org/drawingml/2006/main" noGrp="1"/>
          </p:cNvSpPr>
          <p:nvPr/>
        </p:nvSpPr>
        <p:spPr>
          <a:xfrm xmlns:a="http://schemas.openxmlformats.org/drawingml/2006/main">
            <a:off x="1019175" y="3714750"/>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a:solidFill>
                  <a:srgbClr val="303A4C"/>
                </a:solidFill>
                <a:latin typeface="IBM Plex Sans KR"/>
                <a:ea typeface="IBM Plex Sans KR"/>
                <a:cs typeface="IBM Plex Sans KR"/>
              </a:defRPr>
            </a:defPPr>
            <a:lvl1pPr>
              <a:defRPr sz="1275">
                <a:solidFill>
                  <a:srgbClr val="303A4C"/>
                </a:solidFill>
                <a:latin typeface="IBM Plex Sans KR"/>
                <a:ea typeface="IBM Plex Sans KR"/>
                <a:cs typeface="IBM Plex Sans KR"/>
              </a:defRPr>
            </a:lvl1pPr>
            <a:lvl2pPr>
              <a:defRPr sz="1275">
                <a:solidFill>
                  <a:srgbClr val="303A4C"/>
                </a:solidFill>
                <a:latin typeface="IBM Plex Sans KR"/>
                <a:ea typeface="IBM Plex Sans KR"/>
                <a:cs typeface="IBM Plex Sans KR"/>
              </a:defRPr>
            </a:lvl2pPr>
            <a:lvl3pPr>
              <a:defRPr sz="1275">
                <a:solidFill>
                  <a:srgbClr val="303A4C"/>
                </a:solidFill>
                <a:latin typeface="IBM Plex Sans KR"/>
                <a:ea typeface="IBM Plex Sans KR"/>
                <a:cs typeface="IBM Plex Sans KR"/>
              </a:defRPr>
            </a:lvl3pPr>
            <a:lvl4pPr>
              <a:defRPr sz="1275">
                <a:solidFill>
                  <a:srgbClr val="303A4C"/>
                </a:solidFill>
                <a:latin typeface="IBM Plex Sans KR"/>
                <a:ea typeface="IBM Plex Sans KR"/>
                <a:cs typeface="IBM Plex Sans KR"/>
              </a:defRPr>
            </a:lvl4pPr>
            <a:lvl5pPr>
              <a:defRPr sz="1275">
                <a:solidFill>
                  <a:srgbClr val="303A4C"/>
                </a:solidFill>
                <a:latin typeface="IBM Plex Sans KR"/>
                <a:ea typeface="IBM Plex Sans KR"/>
                <a:cs typeface="IBM Plex Sans KR"/>
              </a:defRPr>
            </a:lvl5pPr>
            <a:lvl6pPr>
              <a:defRPr sz="1275">
                <a:solidFill>
                  <a:srgbClr val="303A4C"/>
                </a:solidFill>
                <a:latin typeface="IBM Plex Sans KR"/>
                <a:ea typeface="IBM Plex Sans KR"/>
                <a:cs typeface="IBM Plex Sans KR"/>
              </a:defRPr>
            </a:lvl6pPr>
            <a:lvl7pPr>
              <a:defRPr sz="1275">
                <a:solidFill>
                  <a:srgbClr val="303A4C"/>
                </a:solidFill>
                <a:latin typeface="IBM Plex Sans KR"/>
                <a:ea typeface="IBM Plex Sans KR"/>
                <a:cs typeface="IBM Plex Sans KR"/>
              </a:defRPr>
            </a:lvl7pPr>
            <a:lvl8pPr>
              <a:defRPr sz="1275">
                <a:solidFill>
                  <a:srgbClr val="303A4C"/>
                </a:solidFill>
                <a:latin typeface="IBM Plex Sans KR"/>
                <a:ea typeface="IBM Plex Sans KR"/>
                <a:cs typeface="IBM Plex Sans KR"/>
              </a:defRPr>
            </a:lvl8pPr>
            <a:lvl9pPr>
              <a:defRPr sz="1275">
                <a:solidFill>
                  <a:srgbClr val="303A4C"/>
                </a:solidFill>
                <a:latin typeface="IBM Plex Sans KR"/>
                <a:ea typeface="IBM Plex Sans KR"/>
                <a:cs typeface="IBM Plex Sans KR"/>
              </a:defRPr>
            </a:lvl9pPr>
          </a:lstStyle>
          <a:p xmlns:a="http://schemas.openxmlformats.org/drawingml/2006/main">
            <a:pPr>
              <a:lnSpc>
                <a:spcPct val="115000"/>
              </a:lnSpc>
              <a:buNone/>
              <a:defRPr sz="1275">
                <a:solidFill>
                  <a:srgbClr val="303A4C"/>
                </a:solidFill>
                <a:latin typeface="IBM Plex Sans KR"/>
                <a:ea typeface="IBM Plex Sans KR"/>
                <a:cs typeface="IBM Plex Sans KR"/>
              </a:defRPr>
            </a:pPr>
            <a:r>
              <a:rPr sz="1275">
                <a:solidFill>
                  <a:srgbClr val="303A4C"/>
                </a:solidFill>
                <a:latin typeface="IBM Plex Sans KR"/>
                <a:ea typeface="IBM Plex Sans KR"/>
                <a:cs typeface="IBM Plex Sans KR"/>
              </a:rPr>
              <a:t>교육용 PoC: 실제 학적 조회·졸업 승인·자동 수강신청을 수행하지 않는다.</a:t>
            </a:r>
          </a:p>
        </p:txBody>
      </p:sp>
    </p:spTree>
    <p:extLst>
      <p:ext uri="{BB962C8B-B14F-4D97-AF65-F5344CB8AC3E}">
        <p14:creationId xmlns:p14="http://schemas.microsoft.com/office/powerpoint/2010/main" val="881290157"/>
      </p:ext>
    </p:extLst>
  </p:cSld>
</p:sld>
</file>

<file path=ppt/slides/slide4.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68" name="Google Shape;68;p4">
            <a:extLst xmlns:a="http://schemas.openxmlformats.org/drawingml/2006/main">
              <a:ext uri="{FF2B5EF4-FFF2-40B4-BE49-F238E27FC236}">
                <a16:creationId xmlns:a16="http://schemas.microsoft.com/office/drawing/2014/main" id="{BBDF2318-EC7F-4FAA-B4FB-481248B292B6}"/>
              </a:ext>
            </a:extLst>
          </p:cNvPr>
          <p:cNvSpPr>
            <a:spLocks xmlns:a="http://schemas.openxmlformats.org/drawingml/2006/main" noGrp="1"/>
          </p:cNvSpPr>
          <p:nvPr/>
        </p:nvSpPr>
        <p:spPr>
          <a:xfrm xmlns:a="http://schemas.openxmlformats.org/drawingml/2006/main">
            <a:off x="812752" y="660377"/>
            <a:ext cx="10883490" cy="20820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marR="0" lvl="0" indent="0" algn="l">
              <a:lnSpc>
                <a:spcPct val="120000"/>
              </a:lnSpc>
              <a:spcBef>
                <a:spcPts val="0"/>
              </a:spcBef>
              <a:spcAft>
                <a:spcPts val="0"/>
              </a:spcAft>
              <a:buClr>
                <a:srgbClr val="1D4ED8"/>
              </a:buClr>
              <a:buSzPts val="1200"/>
              <a:buFont typeface="IBM Plex Sans KR"/>
              <a:buNone/>
            </a:pPr>
            <a:r>
              <a:rPr sz="1200" b="1" i="0" u="none" strike="noStrike" cap="none">
                <a:solidFill>
                  <a:srgbClr val="1D4ED8"/>
                </a:solidFill>
                <a:latin typeface="IBM Plex Sans KR"/>
                <a:ea typeface="IBM Plex Sans KR"/>
                <a:cs typeface="IBM Plex Sans KR"/>
              </a:rPr>
              <a:t>03 · 목표와 추진</a:t>
            </a:r>
            <a:endParaRPr sz="1200" b="0" i="0" u="none" strike="noStrike" cap="none">
              <a:solidFill>
                <a:schemeClr val="dk1"/>
              </a:solidFill>
              <a:latin typeface="IBM Plex Sans KR"/>
              <a:ea typeface="IBM Plex Sans KR"/>
              <a:cs typeface="IBM Plex Sans KR"/>
            </a:endParaRPr>
          </a:p>
        </p:txBody>
      </p:sp>
      <p:sp>
        <p:nvSpPr>
          <p:cNvPr id="69" name="Google Shape;69;p4">
            <a:extLst xmlns:a="http://schemas.openxmlformats.org/drawingml/2006/main">
              <a:ext uri="{FF2B5EF4-FFF2-40B4-BE49-F238E27FC236}">
                <a16:creationId xmlns:a16="http://schemas.microsoft.com/office/drawing/2014/main" id="{7B905E27-2A18-4F73-8527-DD8FB71974AB}"/>
              </a:ext>
            </a:extLst>
          </p:cNvPr>
          <p:cNvSpPr>
            <a:spLocks xmlns:a="http://schemas.openxmlformats.org/drawingml/2006/main" noGrp="1"/>
          </p:cNvSpPr>
          <p:nvPr>
            <p:ph type="title" idx="0"/>
          </p:nvPr>
        </p:nvSpPr>
        <p:spPr>
          <a:xfrm xmlns:a="http://schemas.openxmlformats.org/drawingml/2006/main">
            <a:off x="812752" y="906680"/>
            <a:ext cx="10883490" cy="42161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lvl="0" indent="0" algn="l">
              <a:lnSpc>
                <a:spcPct val="120000"/>
              </a:lnSpc>
              <a:spcBef>
                <a:spcPts val="0"/>
              </a:spcBef>
              <a:spcAft>
                <a:spcPts val="0"/>
              </a:spcAft>
              <a:buClr>
                <a:srgbClr val="1F2937"/>
              </a:buClr>
              <a:buSzPts val="2600"/>
              <a:buFont typeface="IBM Plex Sans KR"/>
              <a:buNone/>
            </a:pPr>
            <a:r>
              <a:rPr sz="2600" b="1" i="0">
                <a:solidFill>
                  <a:srgbClr val="1F2937"/>
                </a:solidFill>
                <a:latin typeface="IBM Plex Sans KR"/>
                <a:ea typeface="IBM Plex Sans KR"/>
                <a:cs typeface="IBM Plex Sans KR"/>
              </a:rPr>
              <a:t>프로젝트 목표 및 추진 내용 요약</a:t>
            </a:r>
            <a:endParaRPr sz="2600"/>
          </a:p>
        </p:txBody>
      </p:sp>
      <p:sp>
        <p:nvSpPr>
          <p:cNvPr id="70" name="Google Shape;70;p4">
            <a:extLst xmlns:a="http://schemas.openxmlformats.org/drawingml/2006/main">
              <a:ext uri="{FF2B5EF4-FFF2-40B4-BE49-F238E27FC236}">
                <a16:creationId xmlns:a16="http://schemas.microsoft.com/office/drawing/2014/main" id="{58FCC526-A7F4-4BEB-A31B-A754B03C35DA}"/>
              </a:ext>
            </a:extLst>
          </p:cNvPr>
          <p:cNvSpPr>
            <a:spLocks xmlns:a="http://schemas.openxmlformats.org/drawingml/2006/main" noGrp="1"/>
          </p:cNvSpPr>
          <p:nvPr/>
        </p:nvSpPr>
        <p:spPr>
          <a:xfrm xmlns:a="http://schemas.openxmlformats.org/drawingml/2006/main">
            <a:off x="812752" y="1506080"/>
            <a:ext cx="4240248" cy="1379201"/>
          </a:xfrm>
          <a:prstGeom xmlns:a="http://schemas.openxmlformats.org/drawingml/2006/main" prst="roundRect">
            <a:avLst>
              <a:gd name="adj" fmla="val 7367"/>
            </a:avLst>
          </a:prstGeom>
          <a:solidFill xmlns:a="http://schemas.openxmlformats.org/drawingml/2006/main">
            <a:srgbClr val="EAF0FD"/>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71" name="Google Shape;71;p4">
            <a:extLst xmlns:a="http://schemas.openxmlformats.org/drawingml/2006/main">
              <a:ext uri="{FF2B5EF4-FFF2-40B4-BE49-F238E27FC236}">
                <a16:creationId xmlns:a16="http://schemas.microsoft.com/office/drawing/2014/main" id="{3488D915-D83B-4866-88DF-D637328E1853}"/>
              </a:ext>
            </a:extLst>
          </p:cNvPr>
          <p:cNvSpPr>
            <a:spLocks xmlns:a="http://schemas.openxmlformats.org/drawingml/2006/main" noGrp="1"/>
          </p:cNvSpPr>
          <p:nvPr/>
        </p:nvSpPr>
        <p:spPr>
          <a:xfrm xmlns:a="http://schemas.openxmlformats.org/drawingml/2006/main">
            <a:off x="1015940" y="1683832"/>
            <a:ext cx="3948888" cy="22347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marR="0" lvl="0" indent="0" algn="l">
              <a:lnSpc>
                <a:spcPct val="130000"/>
              </a:lnSpc>
              <a:spcBef>
                <a:spcPts val="0"/>
              </a:spcBef>
              <a:spcAft>
                <a:spcPts val="0"/>
              </a:spcAft>
              <a:buClr>
                <a:srgbClr val="1D4ED8"/>
              </a:buClr>
              <a:buSzPts val="1200"/>
              <a:buFont typeface="IBM Plex Sans KR"/>
              <a:buNone/>
            </a:pPr>
            <a:r>
              <a:rPr sz="1200" b="1" i="0" u="none" strike="noStrike" cap="none">
                <a:solidFill>
                  <a:srgbClr val="1D4ED8"/>
                </a:solidFill>
                <a:latin typeface="IBM Plex Sans KR"/>
                <a:ea typeface="IBM Plex Sans KR"/>
                <a:cs typeface="IBM Plex Sans KR"/>
              </a:rPr>
              <a:t>프로젝트 목표</a:t>
            </a:r>
            <a:endParaRPr sz="1200" b="0" i="0" u="none" strike="noStrike" cap="none">
              <a:solidFill>
                <a:schemeClr val="dk1"/>
              </a:solidFill>
              <a:latin typeface="IBM Plex Sans KR"/>
              <a:ea typeface="IBM Plex Sans KR"/>
              <a:cs typeface="IBM Plex Sans KR"/>
            </a:endParaRPr>
          </a:p>
        </p:txBody>
      </p:sp>
      <p:sp>
        <p:nvSpPr>
          <p:cNvPr id="72" name="Google Shape;72;p4">
            <a:extLst xmlns:a="http://schemas.openxmlformats.org/drawingml/2006/main">
              <a:ext uri="{FF2B5EF4-FFF2-40B4-BE49-F238E27FC236}">
                <a16:creationId xmlns:a16="http://schemas.microsoft.com/office/drawing/2014/main" id="{F651EA05-CD28-4AD0-B857-84EACD7A3DFB}"/>
              </a:ext>
            </a:extLst>
          </p:cNvPr>
          <p:cNvSpPr>
            <a:spLocks xmlns:a="http://schemas.openxmlformats.org/drawingml/2006/main" noGrp="1"/>
          </p:cNvSpPr>
          <p:nvPr/>
        </p:nvSpPr>
        <p:spPr>
          <a:xfrm xmlns:a="http://schemas.openxmlformats.org/drawingml/2006/main">
            <a:off x="1015937" y="1945386"/>
            <a:ext cx="3948875" cy="619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fontScale="96726"/>
          </a:bodyPr>
          <a:lstStyle xmlns:a="http://schemas.openxmlformats.org/drawingml/2006/main">
            <a:defPPr algn="l">
              <a:defRPr sz="1400">
                <a:solidFill>
                  <a:srgbClr val="1D4ED8"/>
                </a:solidFill>
                <a:latin typeface="IBM Plex Sans KR"/>
                <a:ea typeface="IBM Plex Sans KR"/>
                <a:cs typeface="IBM Plex Sans KR"/>
              </a:defRPr>
            </a:defPPr>
            <a:lvl1pPr algn="l">
              <a:defRPr sz="1400">
                <a:solidFill>
                  <a:srgbClr val="1D4ED8"/>
                </a:solidFill>
                <a:latin typeface="IBM Plex Sans KR"/>
                <a:ea typeface="IBM Plex Sans KR"/>
                <a:cs typeface="IBM Plex Sans KR"/>
              </a:defRPr>
            </a:lvl1pPr>
            <a:lvl2pPr algn="l">
              <a:defRPr sz="1400">
                <a:solidFill>
                  <a:srgbClr val="1D4ED8"/>
                </a:solidFill>
                <a:latin typeface="IBM Plex Sans KR"/>
                <a:ea typeface="IBM Plex Sans KR"/>
                <a:cs typeface="IBM Plex Sans KR"/>
              </a:defRPr>
            </a:lvl2pPr>
            <a:lvl3pPr algn="l">
              <a:defRPr sz="1400">
                <a:solidFill>
                  <a:srgbClr val="1D4ED8"/>
                </a:solidFill>
                <a:latin typeface="IBM Plex Sans KR"/>
                <a:ea typeface="IBM Plex Sans KR"/>
                <a:cs typeface="IBM Plex Sans KR"/>
              </a:defRPr>
            </a:lvl3pPr>
            <a:lvl4pPr algn="l">
              <a:defRPr sz="1400">
                <a:solidFill>
                  <a:srgbClr val="1D4ED8"/>
                </a:solidFill>
                <a:latin typeface="IBM Plex Sans KR"/>
                <a:ea typeface="IBM Plex Sans KR"/>
                <a:cs typeface="IBM Plex Sans KR"/>
              </a:defRPr>
            </a:lvl4pPr>
            <a:lvl5pPr algn="l">
              <a:defRPr sz="1400">
                <a:solidFill>
                  <a:srgbClr val="1D4ED8"/>
                </a:solidFill>
                <a:latin typeface="IBM Plex Sans KR"/>
                <a:ea typeface="IBM Plex Sans KR"/>
                <a:cs typeface="IBM Plex Sans KR"/>
              </a:defRPr>
            </a:lvl5pPr>
            <a:lvl6pPr algn="l">
              <a:defRPr sz="1400">
                <a:solidFill>
                  <a:srgbClr val="1D4ED8"/>
                </a:solidFill>
                <a:latin typeface="IBM Plex Sans KR"/>
                <a:ea typeface="IBM Plex Sans KR"/>
                <a:cs typeface="IBM Plex Sans KR"/>
              </a:defRPr>
            </a:lvl6pPr>
            <a:lvl7pPr algn="l">
              <a:defRPr sz="1400">
                <a:solidFill>
                  <a:srgbClr val="1D4ED8"/>
                </a:solidFill>
                <a:latin typeface="IBM Plex Sans KR"/>
                <a:ea typeface="IBM Plex Sans KR"/>
                <a:cs typeface="IBM Plex Sans KR"/>
              </a:defRPr>
            </a:lvl7pPr>
            <a:lvl8pPr algn="l">
              <a:defRPr sz="1400">
                <a:solidFill>
                  <a:srgbClr val="1D4ED8"/>
                </a:solidFill>
                <a:latin typeface="IBM Plex Sans KR"/>
                <a:ea typeface="IBM Plex Sans KR"/>
                <a:cs typeface="IBM Plex Sans KR"/>
              </a:defRPr>
            </a:lvl8pPr>
            <a:lvl9pPr algn="l">
              <a:defRPr sz="1400">
                <a:solidFill>
                  <a:srgbClr val="1D4ED8"/>
                </a:solidFill>
                <a:latin typeface="IBM Plex Sans KR"/>
                <a:ea typeface="IBM Plex Sans KR"/>
                <a:cs typeface="IBM Plex Sans KR"/>
              </a:defRPr>
            </a:lvl9pPr>
          </a:lstStyle>
          <a:p xmlns:a="http://schemas.openxmlformats.org/drawingml/2006/main">
            <a:pPr marL="0" marR="0" lvl="0" indent="0" algn="l">
              <a:lnSpc>
                <a:spcPct val="150000"/>
              </a:lnSpc>
              <a:spcBef>
                <a:spcPts val="0"/>
              </a:spcBef>
              <a:spcAft>
                <a:spcPts val="0"/>
              </a:spcAft>
              <a:buClr>
                <a:srgbClr val="1D4ED8"/>
              </a:buClr>
              <a:buSzPts val="1400"/>
              <a:buFont typeface="IBM Plex Sans KR"/>
              <a:buNone/>
              <a:defRPr sz="1400">
                <a:solidFill>
                  <a:srgbClr val="1D4ED8"/>
                </a:solidFill>
                <a:latin typeface="IBM Plex Sans KR"/>
                <a:ea typeface="IBM Plex Sans KR"/>
                <a:cs typeface="IBM Plex Sans KR"/>
              </a:defRPr>
            </a:pPr>
            <a:r>
              <a:rPr sz="1400" b="0" i="0" u="none" strike="noStrike" cap="none">
                <a:solidFill>
                  <a:srgbClr val="1D4ED8"/>
                </a:solidFill>
                <a:latin typeface="IBM Plex Sans KR"/>
                <a:ea typeface="IBM Plex Sans KR"/>
                <a:cs typeface="IBM Plex Sans KR"/>
              </a:rPr>
              <a:t>현재 진단과 목표까지의</a:t>
            </a:r>
            <a:endParaRPr sz="1400" b="0" i="0" u="none" strike="noStrike" cap="none">
              <a:solidFill>
                <a:schemeClr val="dk1"/>
              </a:solidFill>
              <a:latin typeface="IBM Plex Sans KR"/>
              <a:ea typeface="IBM Plex Sans KR"/>
              <a:cs typeface="IBM Plex Sans KR"/>
            </a:endParaRPr>
          </a:p>
          <a:p xmlns:a="http://schemas.openxmlformats.org/drawingml/2006/main">
            <a:pPr marL="0" marR="0" lvl="0" indent="0" algn="l">
              <a:lnSpc>
                <a:spcPct val="150000"/>
              </a:lnSpc>
              <a:spcBef>
                <a:spcPts val="0"/>
              </a:spcBef>
              <a:spcAft>
                <a:spcPts val="0"/>
              </a:spcAft>
              <a:buClr>
                <a:srgbClr val="1D4ED8"/>
              </a:buClr>
              <a:buSzPts val="1400"/>
              <a:buFont typeface="IBM Plex Sans KR"/>
              <a:buNone/>
              <a:defRPr sz="1400">
                <a:solidFill>
                  <a:srgbClr val="1D4ED8"/>
                </a:solidFill>
                <a:latin typeface="IBM Plex Sans KR"/>
                <a:ea typeface="IBM Plex Sans KR"/>
                <a:cs typeface="IBM Plex Sans KR"/>
              </a:defRPr>
            </a:pPr>
            <a:r>
              <a:rPr sz="1400" b="0" i="0" u="none" strike="noStrike" cap="none">
                <a:solidFill>
                  <a:srgbClr val="1D4ED8"/>
                </a:solidFill>
                <a:latin typeface="IBM Plex Sans KR"/>
                <a:ea typeface="IBM Plex Sans KR"/>
                <a:cs typeface="IBM Plex Sans KR"/>
              </a:rPr>
              <a:t>조건부 계획을 근거와 함께 제공</a:t>
            </a:r>
            <a:endParaRPr sz="1400" b="0" i="0" u="none" strike="noStrike" cap="none">
              <a:solidFill>
                <a:schemeClr val="dk1"/>
              </a:solidFill>
              <a:latin typeface="IBM Plex Sans KR"/>
              <a:ea typeface="IBM Plex Sans KR"/>
              <a:cs typeface="IBM Plex Sans KR"/>
            </a:endParaRPr>
          </a:p>
        </p:txBody>
      </p:sp>
      <p:sp>
        <p:nvSpPr>
          <p:cNvPr id="73" name="Google Shape;73;p4">
            <a:extLst xmlns:a="http://schemas.openxmlformats.org/drawingml/2006/main">
              <a:ext uri="{FF2B5EF4-FFF2-40B4-BE49-F238E27FC236}">
                <a16:creationId xmlns:a16="http://schemas.microsoft.com/office/drawing/2014/main" id="{B7FCDD6C-B8CC-4517-914E-1CC5A9A5FB71}"/>
              </a:ext>
            </a:extLst>
          </p:cNvPr>
          <p:cNvSpPr>
            <a:spLocks xmlns:a="http://schemas.openxmlformats.org/drawingml/2006/main" noGrp="1"/>
          </p:cNvSpPr>
          <p:nvPr/>
        </p:nvSpPr>
        <p:spPr>
          <a:xfrm xmlns:a="http://schemas.openxmlformats.org/drawingml/2006/main">
            <a:off x="5237102" y="1512430"/>
            <a:ext cx="2972642" cy="1366501"/>
          </a:xfrm>
          <a:prstGeom xmlns:a="http://schemas.openxmlformats.org/drawingml/2006/main" prst="roundRect">
            <a:avLst>
              <a:gd name="adj" fmla="val 6970"/>
            </a:avLst>
          </a:prstGeom>
          <a:solidFill xmlns:a="http://schemas.openxmlformats.org/drawingml/2006/main">
            <a:srgbClr val="FFFFFF"/>
          </a:solidFill>
          <a:ln xmlns:a="http://schemas.openxmlformats.org/drawingml/2006/main" w="12700" cap="flat" cmpd="sng">
            <a:solidFill>
              <a:srgbClr val="CBD5E1"/>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74" name="Google Shape;74;p4">
            <a:extLst xmlns:a="http://schemas.openxmlformats.org/drawingml/2006/main">
              <a:ext uri="{FF2B5EF4-FFF2-40B4-BE49-F238E27FC236}">
                <a16:creationId xmlns:a16="http://schemas.microsoft.com/office/drawing/2014/main" id="{4ED397FF-FE02-46A4-AA69-25A3FF9B0858}"/>
              </a:ext>
            </a:extLst>
          </p:cNvPr>
          <p:cNvSpPr>
            <a:spLocks xmlns:a="http://schemas.openxmlformats.org/drawingml/2006/main" noGrp="1"/>
          </p:cNvSpPr>
          <p:nvPr/>
        </p:nvSpPr>
        <p:spPr>
          <a:xfrm xmlns:a="http://schemas.openxmlformats.org/drawingml/2006/main">
            <a:off x="5445485" y="1695377"/>
            <a:ext cx="2632551" cy="22347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marR="0" lvl="0" indent="0" algn="l">
              <a:lnSpc>
                <a:spcPct val="130000"/>
              </a:lnSpc>
              <a:spcBef>
                <a:spcPts val="0"/>
              </a:spcBef>
              <a:spcAft>
                <a:spcPts val="0"/>
              </a:spcAft>
              <a:buClr>
                <a:srgbClr val="1D4ED8"/>
              </a:buClr>
              <a:buSzPts val="1200"/>
              <a:buFont typeface="IBM Plex Sans KR"/>
              <a:buNone/>
            </a:pPr>
            <a:r>
              <a:rPr sz="1200" b="1" i="0" u="none" strike="noStrike" cap="none">
                <a:solidFill>
                  <a:srgbClr val="1D4ED8"/>
                </a:solidFill>
                <a:latin typeface="IBM Plex Sans KR"/>
                <a:ea typeface="IBM Plex Sans KR"/>
                <a:cs typeface="IBM Plex Sans KR"/>
              </a:rPr>
              <a:t>성공 기준 1</a:t>
            </a:r>
            <a:endParaRPr sz="1200" b="0" i="0" u="none" strike="noStrike" cap="none">
              <a:solidFill>
                <a:schemeClr val="dk1"/>
              </a:solidFill>
              <a:latin typeface="IBM Plex Sans KR"/>
              <a:ea typeface="IBM Plex Sans KR"/>
              <a:cs typeface="IBM Plex Sans KR"/>
            </a:endParaRPr>
          </a:p>
        </p:txBody>
      </p:sp>
      <p:sp>
        <p:nvSpPr>
          <p:cNvPr id="75" name="Google Shape;75;p4">
            <a:extLst xmlns:a="http://schemas.openxmlformats.org/drawingml/2006/main">
              <a:ext uri="{FF2B5EF4-FFF2-40B4-BE49-F238E27FC236}">
                <a16:creationId xmlns:a16="http://schemas.microsoft.com/office/drawing/2014/main" id="{1B0C878C-E987-47A3-9A44-DCDA7FF41A8D}"/>
              </a:ext>
            </a:extLst>
          </p:cNvPr>
          <p:cNvSpPr>
            <a:spLocks xmlns:a="http://schemas.openxmlformats.org/drawingml/2006/main" noGrp="1"/>
          </p:cNvSpPr>
          <p:nvPr/>
        </p:nvSpPr>
        <p:spPr>
          <a:xfrm xmlns:a="http://schemas.openxmlformats.org/drawingml/2006/main">
            <a:off x="5445485" y="1956955"/>
            <a:ext cx="2632551" cy="47236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fontScale="88054"/>
          </a:bodyPr>
          <a:lstStyle xmlns:a="http://schemas.openxmlformats.org/drawingml/2006/main">
            <a:defPPr algn="l">
              <a:defRPr sz="3200" b="1">
                <a:solidFill>
                  <a:srgbClr val="1D4ED8"/>
                </a:solidFill>
                <a:latin typeface="IBM Plex Sans KR"/>
                <a:ea typeface="IBM Plex Sans KR"/>
                <a:cs typeface="IBM Plex Sans KR"/>
              </a:defRPr>
            </a:defPPr>
            <a:lvl1pPr algn="l">
              <a:defRPr sz="3200" b="1">
                <a:solidFill>
                  <a:srgbClr val="1D4ED8"/>
                </a:solidFill>
                <a:latin typeface="IBM Plex Sans KR"/>
                <a:ea typeface="IBM Plex Sans KR"/>
                <a:cs typeface="IBM Plex Sans KR"/>
              </a:defRPr>
            </a:lvl1pPr>
            <a:lvl2pPr algn="l">
              <a:defRPr sz="3200" b="1">
                <a:solidFill>
                  <a:srgbClr val="1D4ED8"/>
                </a:solidFill>
                <a:latin typeface="IBM Plex Sans KR"/>
                <a:ea typeface="IBM Plex Sans KR"/>
                <a:cs typeface="IBM Plex Sans KR"/>
              </a:defRPr>
            </a:lvl2pPr>
            <a:lvl3pPr algn="l">
              <a:defRPr sz="3200" b="1">
                <a:solidFill>
                  <a:srgbClr val="1D4ED8"/>
                </a:solidFill>
                <a:latin typeface="IBM Plex Sans KR"/>
                <a:ea typeface="IBM Plex Sans KR"/>
                <a:cs typeface="IBM Plex Sans KR"/>
              </a:defRPr>
            </a:lvl3pPr>
            <a:lvl4pPr algn="l">
              <a:defRPr sz="3200" b="1">
                <a:solidFill>
                  <a:srgbClr val="1D4ED8"/>
                </a:solidFill>
                <a:latin typeface="IBM Plex Sans KR"/>
                <a:ea typeface="IBM Plex Sans KR"/>
                <a:cs typeface="IBM Plex Sans KR"/>
              </a:defRPr>
            </a:lvl4pPr>
            <a:lvl5pPr algn="l">
              <a:defRPr sz="3200" b="1">
                <a:solidFill>
                  <a:srgbClr val="1D4ED8"/>
                </a:solidFill>
                <a:latin typeface="IBM Plex Sans KR"/>
                <a:ea typeface="IBM Plex Sans KR"/>
                <a:cs typeface="IBM Plex Sans KR"/>
              </a:defRPr>
            </a:lvl5pPr>
            <a:lvl6pPr algn="l">
              <a:defRPr sz="3200" b="1">
                <a:solidFill>
                  <a:srgbClr val="1D4ED8"/>
                </a:solidFill>
                <a:latin typeface="IBM Plex Sans KR"/>
                <a:ea typeface="IBM Plex Sans KR"/>
                <a:cs typeface="IBM Plex Sans KR"/>
              </a:defRPr>
            </a:lvl6pPr>
            <a:lvl7pPr algn="l">
              <a:defRPr sz="3200" b="1">
                <a:solidFill>
                  <a:srgbClr val="1D4ED8"/>
                </a:solidFill>
                <a:latin typeface="IBM Plex Sans KR"/>
                <a:ea typeface="IBM Plex Sans KR"/>
                <a:cs typeface="IBM Plex Sans KR"/>
              </a:defRPr>
            </a:lvl7pPr>
            <a:lvl8pPr algn="l">
              <a:defRPr sz="3200" b="1">
                <a:solidFill>
                  <a:srgbClr val="1D4ED8"/>
                </a:solidFill>
                <a:latin typeface="IBM Plex Sans KR"/>
                <a:ea typeface="IBM Plex Sans KR"/>
                <a:cs typeface="IBM Plex Sans KR"/>
              </a:defRPr>
            </a:lvl8pPr>
            <a:lvl9pPr algn="l">
              <a:defRPr sz="3200" b="1">
                <a:solidFill>
                  <a:srgbClr val="1D4ED8"/>
                </a:solidFill>
                <a:latin typeface="IBM Plex Sans KR"/>
                <a:ea typeface="IBM Plex Sans KR"/>
                <a:cs typeface="IBM Plex Sans KR"/>
              </a:defRPr>
            </a:lvl9pPr>
          </a:lstStyle>
          <a:p xmlns:a="http://schemas.openxmlformats.org/drawingml/2006/main">
            <a:pPr marL="0" marR="0" lvl="0" indent="0" algn="l">
              <a:lnSpc>
                <a:spcPct val="110000"/>
              </a:lnSpc>
              <a:spcBef>
                <a:spcPts val="0"/>
              </a:spcBef>
              <a:spcAft>
                <a:spcPts val="0"/>
              </a:spcAft>
              <a:buClr>
                <a:srgbClr val="1D4ED8"/>
              </a:buClr>
              <a:buSzPts val="3200"/>
              <a:buFont typeface="IBM Plex Sans KR"/>
              <a:buNone/>
              <a:defRPr sz="3200" b="1">
                <a:solidFill>
                  <a:srgbClr val="1D4ED8"/>
                </a:solidFill>
                <a:latin typeface="IBM Plex Sans KR"/>
                <a:ea typeface="IBM Plex Sans KR"/>
                <a:cs typeface="IBM Plex Sans KR"/>
              </a:defRPr>
            </a:pPr>
            <a:r>
              <a:rPr sz="3200" b="1" i="0" u="none" strike="noStrike" cap="none">
                <a:solidFill>
                  <a:srgbClr val="1D4ED8"/>
                </a:solidFill>
                <a:latin typeface="IBM Plex Sans KR"/>
                <a:ea typeface="IBM Plex Sans KR"/>
                <a:cs typeface="IBM Plex Sans KR"/>
              </a:rPr>
              <a:t>정답 일치</a:t>
            </a:r>
            <a:endParaRPr sz="3200" b="0" i="0" u="none" strike="noStrike" cap="none">
              <a:solidFill>
                <a:schemeClr val="dk1"/>
              </a:solidFill>
              <a:latin typeface="IBM Plex Sans KR"/>
              <a:ea typeface="IBM Plex Sans KR"/>
              <a:cs typeface="IBM Plex Sans KR"/>
            </a:endParaRPr>
          </a:p>
        </p:txBody>
      </p:sp>
      <p:sp>
        <p:nvSpPr>
          <p:cNvPr id="76" name="Google Shape;76;p4">
            <a:extLst xmlns:a="http://schemas.openxmlformats.org/drawingml/2006/main">
              <a:ext uri="{FF2B5EF4-FFF2-40B4-BE49-F238E27FC236}">
                <a16:creationId xmlns:a16="http://schemas.microsoft.com/office/drawing/2014/main" id="{FAC1138D-93D6-46B0-B29B-E0AFBEE0B2C0}"/>
              </a:ext>
            </a:extLst>
          </p:cNvPr>
          <p:cNvSpPr>
            <a:spLocks xmlns:a="http://schemas.openxmlformats.org/drawingml/2006/main" noGrp="1"/>
          </p:cNvSpPr>
          <p:nvPr/>
        </p:nvSpPr>
        <p:spPr>
          <a:xfrm xmlns:a="http://schemas.openxmlformats.org/drawingml/2006/main">
            <a:off x="5445485" y="2467420"/>
            <a:ext cx="2632551" cy="2539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fontScale="92579"/>
          </a:bodyPr>
          <a:lstStyle xmlns:a="http://schemas.openxmlformats.org/drawingml/2006/main">
            <a:defPPr algn="l">
              <a:defRPr sz="1200">
                <a:solidFill>
                  <a:srgbClr val="1D4ED8"/>
                </a:solidFill>
                <a:latin typeface="IBM Plex Sans KR"/>
                <a:ea typeface="IBM Plex Sans KR"/>
                <a:cs typeface="IBM Plex Sans KR"/>
              </a:defRPr>
            </a:defPPr>
            <a:lvl1pPr algn="l">
              <a:defRPr sz="1200">
                <a:solidFill>
                  <a:srgbClr val="1D4ED8"/>
                </a:solidFill>
                <a:latin typeface="IBM Plex Sans KR"/>
                <a:ea typeface="IBM Plex Sans KR"/>
                <a:cs typeface="IBM Plex Sans KR"/>
              </a:defRPr>
            </a:lvl1pPr>
            <a:lvl2pPr algn="l">
              <a:defRPr sz="1200">
                <a:solidFill>
                  <a:srgbClr val="1D4ED8"/>
                </a:solidFill>
                <a:latin typeface="IBM Plex Sans KR"/>
                <a:ea typeface="IBM Plex Sans KR"/>
                <a:cs typeface="IBM Plex Sans KR"/>
              </a:defRPr>
            </a:lvl2pPr>
            <a:lvl3pPr algn="l">
              <a:defRPr sz="1200">
                <a:solidFill>
                  <a:srgbClr val="1D4ED8"/>
                </a:solidFill>
                <a:latin typeface="IBM Plex Sans KR"/>
                <a:ea typeface="IBM Plex Sans KR"/>
                <a:cs typeface="IBM Plex Sans KR"/>
              </a:defRPr>
            </a:lvl3pPr>
            <a:lvl4pPr algn="l">
              <a:defRPr sz="1200">
                <a:solidFill>
                  <a:srgbClr val="1D4ED8"/>
                </a:solidFill>
                <a:latin typeface="IBM Plex Sans KR"/>
                <a:ea typeface="IBM Plex Sans KR"/>
                <a:cs typeface="IBM Plex Sans KR"/>
              </a:defRPr>
            </a:lvl4pPr>
            <a:lvl5pPr algn="l">
              <a:defRPr sz="1200">
                <a:solidFill>
                  <a:srgbClr val="1D4ED8"/>
                </a:solidFill>
                <a:latin typeface="IBM Plex Sans KR"/>
                <a:ea typeface="IBM Plex Sans KR"/>
                <a:cs typeface="IBM Plex Sans KR"/>
              </a:defRPr>
            </a:lvl5pPr>
            <a:lvl6pPr algn="l">
              <a:defRPr sz="1200">
                <a:solidFill>
                  <a:srgbClr val="1D4ED8"/>
                </a:solidFill>
                <a:latin typeface="IBM Plex Sans KR"/>
                <a:ea typeface="IBM Plex Sans KR"/>
                <a:cs typeface="IBM Plex Sans KR"/>
              </a:defRPr>
            </a:lvl6pPr>
            <a:lvl7pPr algn="l">
              <a:defRPr sz="1200">
                <a:solidFill>
                  <a:srgbClr val="1D4ED8"/>
                </a:solidFill>
                <a:latin typeface="IBM Plex Sans KR"/>
                <a:ea typeface="IBM Plex Sans KR"/>
                <a:cs typeface="IBM Plex Sans KR"/>
              </a:defRPr>
            </a:lvl7pPr>
            <a:lvl8pPr algn="l">
              <a:defRPr sz="1200">
                <a:solidFill>
                  <a:srgbClr val="1D4ED8"/>
                </a:solidFill>
                <a:latin typeface="IBM Plex Sans KR"/>
                <a:ea typeface="IBM Plex Sans KR"/>
                <a:cs typeface="IBM Plex Sans KR"/>
              </a:defRPr>
            </a:lvl8pPr>
            <a:lvl9pPr algn="l">
              <a:defRPr sz="1200">
                <a:solidFill>
                  <a:srgbClr val="1D4ED8"/>
                </a:solidFill>
                <a:latin typeface="IBM Plex Sans KR"/>
                <a:ea typeface="IBM Plex Sans KR"/>
                <a:cs typeface="IBM Plex Sans KR"/>
              </a:defRPr>
            </a:lvl9pPr>
          </a:lstStyle>
          <a:p xmlns:a="http://schemas.openxmlformats.org/drawingml/2006/main">
            <a:pPr marL="0" marR="0" lvl="0" indent="0" algn="l">
              <a:lnSpc>
                <a:spcPct val="150000"/>
              </a:lnSpc>
              <a:spcBef>
                <a:spcPts val="0"/>
              </a:spcBef>
              <a:spcAft>
                <a:spcPts val="0"/>
              </a:spcAft>
              <a:buClr>
                <a:srgbClr val="1D4ED8"/>
              </a:buClr>
              <a:buSzPts val="1200"/>
              <a:buFont typeface="IBM Plex Sans KR"/>
              <a:buNone/>
              <a:defRPr sz="1200">
                <a:solidFill>
                  <a:srgbClr val="1D4ED8"/>
                </a:solidFill>
                <a:latin typeface="IBM Plex Sans KR"/>
                <a:ea typeface="IBM Plex Sans KR"/>
                <a:cs typeface="IBM Plex Sans KR"/>
              </a:defRPr>
            </a:pPr>
            <a:r>
              <a:rPr sz="1200" b="0" i="0" u="none" strike="noStrike" cap="none">
                <a:solidFill>
                  <a:srgbClr val="1D4ED8"/>
                </a:solidFill>
                <a:latin typeface="IBM Plex Sans KR"/>
                <a:ea typeface="IBM Plex Sans KR"/>
                <a:cs typeface="IBM Plex Sans KR"/>
              </a:rPr>
              <a:t>정상·부족·누락 정답표 대조</a:t>
            </a:r>
            <a:endParaRPr sz="1200" b="0" i="0" u="none" strike="noStrike" cap="none">
              <a:solidFill>
                <a:schemeClr val="dk1"/>
              </a:solidFill>
              <a:latin typeface="IBM Plex Sans KR"/>
              <a:ea typeface="IBM Plex Sans KR"/>
              <a:cs typeface="IBM Plex Sans KR"/>
            </a:endParaRPr>
          </a:p>
        </p:txBody>
      </p:sp>
      <p:sp>
        <p:nvSpPr>
          <p:cNvPr id="77" name="Google Shape;77;p4">
            <a:extLst xmlns:a="http://schemas.openxmlformats.org/drawingml/2006/main">
              <a:ext uri="{FF2B5EF4-FFF2-40B4-BE49-F238E27FC236}">
                <a16:creationId xmlns:a16="http://schemas.microsoft.com/office/drawing/2014/main" id="{E2D4B9BA-8576-4DBB-90B8-EBA31447E2D7}"/>
              </a:ext>
            </a:extLst>
          </p:cNvPr>
          <p:cNvSpPr>
            <a:spLocks xmlns:a="http://schemas.openxmlformats.org/drawingml/2006/main" noGrp="1"/>
          </p:cNvSpPr>
          <p:nvPr/>
        </p:nvSpPr>
        <p:spPr>
          <a:xfrm xmlns:a="http://schemas.openxmlformats.org/drawingml/2006/main">
            <a:off x="8400196" y="1512430"/>
            <a:ext cx="2972702" cy="1366501"/>
          </a:xfrm>
          <a:prstGeom xmlns:a="http://schemas.openxmlformats.org/drawingml/2006/main" prst="roundRect">
            <a:avLst>
              <a:gd name="adj" fmla="val 6970"/>
            </a:avLst>
          </a:prstGeom>
          <a:solidFill xmlns:a="http://schemas.openxmlformats.org/drawingml/2006/main">
            <a:srgbClr val="FFFFFF"/>
          </a:solidFill>
          <a:ln xmlns:a="http://schemas.openxmlformats.org/drawingml/2006/main" w="12700" cap="flat" cmpd="sng">
            <a:solidFill>
              <a:srgbClr val="CBD5E1"/>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78" name="Google Shape;78;p4">
            <a:extLst xmlns:a="http://schemas.openxmlformats.org/drawingml/2006/main">
              <a:ext uri="{FF2B5EF4-FFF2-40B4-BE49-F238E27FC236}">
                <a16:creationId xmlns:a16="http://schemas.microsoft.com/office/drawing/2014/main" id="{A559A614-EA31-474E-A79A-ABE18DEA5C9F}"/>
              </a:ext>
            </a:extLst>
          </p:cNvPr>
          <p:cNvSpPr>
            <a:spLocks xmlns:a="http://schemas.openxmlformats.org/drawingml/2006/main" noGrp="1"/>
          </p:cNvSpPr>
          <p:nvPr/>
        </p:nvSpPr>
        <p:spPr>
          <a:xfrm xmlns:a="http://schemas.openxmlformats.org/drawingml/2006/main">
            <a:off x="8608579" y="1695377"/>
            <a:ext cx="2632613" cy="22347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marR="0" lvl="0" indent="0" algn="l">
              <a:lnSpc>
                <a:spcPct val="130000"/>
              </a:lnSpc>
              <a:spcBef>
                <a:spcPts val="0"/>
              </a:spcBef>
              <a:spcAft>
                <a:spcPts val="0"/>
              </a:spcAft>
              <a:buClr>
                <a:srgbClr val="1D4ED8"/>
              </a:buClr>
              <a:buSzPts val="1200"/>
              <a:buFont typeface="IBM Plex Sans KR"/>
              <a:buNone/>
            </a:pPr>
            <a:r>
              <a:rPr sz="1200" b="1" i="0" u="none" strike="noStrike" cap="none">
                <a:solidFill>
                  <a:srgbClr val="1D4ED8"/>
                </a:solidFill>
                <a:latin typeface="IBM Plex Sans KR"/>
                <a:ea typeface="IBM Plex Sans KR"/>
                <a:cs typeface="IBM Plex Sans KR"/>
              </a:rPr>
              <a:t>성공 기준 2</a:t>
            </a:r>
            <a:endParaRPr sz="1200" b="0" i="0" u="none" strike="noStrike" cap="none">
              <a:solidFill>
                <a:schemeClr val="dk1"/>
              </a:solidFill>
              <a:latin typeface="IBM Plex Sans KR"/>
              <a:ea typeface="IBM Plex Sans KR"/>
              <a:cs typeface="IBM Plex Sans KR"/>
            </a:endParaRPr>
          </a:p>
        </p:txBody>
      </p:sp>
      <p:sp>
        <p:nvSpPr>
          <p:cNvPr id="79" name="Google Shape;79;p4">
            <a:extLst xmlns:a="http://schemas.openxmlformats.org/drawingml/2006/main">
              <a:ext uri="{FF2B5EF4-FFF2-40B4-BE49-F238E27FC236}">
                <a16:creationId xmlns:a16="http://schemas.microsoft.com/office/drawing/2014/main" id="{3BEDD47C-D4D1-4944-A1AA-E250098FB096}"/>
              </a:ext>
            </a:extLst>
          </p:cNvPr>
          <p:cNvSpPr>
            <a:spLocks xmlns:a="http://schemas.openxmlformats.org/drawingml/2006/main" noGrp="1"/>
          </p:cNvSpPr>
          <p:nvPr/>
        </p:nvSpPr>
        <p:spPr>
          <a:xfrm xmlns:a="http://schemas.openxmlformats.org/drawingml/2006/main">
            <a:off x="8608579" y="1956955"/>
            <a:ext cx="2632613" cy="47236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fontScale="88054"/>
          </a:bodyPr>
          <a:lstStyle xmlns:a="http://schemas.openxmlformats.org/drawingml/2006/main">
            <a:defPPr algn="l">
              <a:defRPr sz="3200" b="1">
                <a:solidFill>
                  <a:srgbClr val="1D4ED8"/>
                </a:solidFill>
                <a:latin typeface="IBM Plex Sans KR"/>
                <a:ea typeface="IBM Plex Sans KR"/>
                <a:cs typeface="IBM Plex Sans KR"/>
              </a:defRPr>
            </a:defPPr>
            <a:lvl1pPr algn="l">
              <a:defRPr sz="3200" b="1">
                <a:solidFill>
                  <a:srgbClr val="1D4ED8"/>
                </a:solidFill>
                <a:latin typeface="IBM Plex Sans KR"/>
                <a:ea typeface="IBM Plex Sans KR"/>
                <a:cs typeface="IBM Plex Sans KR"/>
              </a:defRPr>
            </a:lvl1pPr>
            <a:lvl2pPr algn="l">
              <a:defRPr sz="3200" b="1">
                <a:solidFill>
                  <a:srgbClr val="1D4ED8"/>
                </a:solidFill>
                <a:latin typeface="IBM Plex Sans KR"/>
                <a:ea typeface="IBM Plex Sans KR"/>
                <a:cs typeface="IBM Plex Sans KR"/>
              </a:defRPr>
            </a:lvl2pPr>
            <a:lvl3pPr algn="l">
              <a:defRPr sz="3200" b="1">
                <a:solidFill>
                  <a:srgbClr val="1D4ED8"/>
                </a:solidFill>
                <a:latin typeface="IBM Plex Sans KR"/>
                <a:ea typeface="IBM Plex Sans KR"/>
                <a:cs typeface="IBM Plex Sans KR"/>
              </a:defRPr>
            </a:lvl3pPr>
            <a:lvl4pPr algn="l">
              <a:defRPr sz="3200" b="1">
                <a:solidFill>
                  <a:srgbClr val="1D4ED8"/>
                </a:solidFill>
                <a:latin typeface="IBM Plex Sans KR"/>
                <a:ea typeface="IBM Plex Sans KR"/>
                <a:cs typeface="IBM Plex Sans KR"/>
              </a:defRPr>
            </a:lvl4pPr>
            <a:lvl5pPr algn="l">
              <a:defRPr sz="3200" b="1">
                <a:solidFill>
                  <a:srgbClr val="1D4ED8"/>
                </a:solidFill>
                <a:latin typeface="IBM Plex Sans KR"/>
                <a:ea typeface="IBM Plex Sans KR"/>
                <a:cs typeface="IBM Plex Sans KR"/>
              </a:defRPr>
            </a:lvl5pPr>
            <a:lvl6pPr algn="l">
              <a:defRPr sz="3200" b="1">
                <a:solidFill>
                  <a:srgbClr val="1D4ED8"/>
                </a:solidFill>
                <a:latin typeface="IBM Plex Sans KR"/>
                <a:ea typeface="IBM Plex Sans KR"/>
                <a:cs typeface="IBM Plex Sans KR"/>
              </a:defRPr>
            </a:lvl6pPr>
            <a:lvl7pPr algn="l">
              <a:defRPr sz="3200" b="1">
                <a:solidFill>
                  <a:srgbClr val="1D4ED8"/>
                </a:solidFill>
                <a:latin typeface="IBM Plex Sans KR"/>
                <a:ea typeface="IBM Plex Sans KR"/>
                <a:cs typeface="IBM Plex Sans KR"/>
              </a:defRPr>
            </a:lvl7pPr>
            <a:lvl8pPr algn="l">
              <a:defRPr sz="3200" b="1">
                <a:solidFill>
                  <a:srgbClr val="1D4ED8"/>
                </a:solidFill>
                <a:latin typeface="IBM Plex Sans KR"/>
                <a:ea typeface="IBM Plex Sans KR"/>
                <a:cs typeface="IBM Plex Sans KR"/>
              </a:defRPr>
            </a:lvl8pPr>
            <a:lvl9pPr algn="l">
              <a:defRPr sz="3200" b="1">
                <a:solidFill>
                  <a:srgbClr val="1D4ED8"/>
                </a:solidFill>
                <a:latin typeface="IBM Plex Sans KR"/>
                <a:ea typeface="IBM Plex Sans KR"/>
                <a:cs typeface="IBM Plex Sans KR"/>
              </a:defRPr>
            </a:lvl9pPr>
          </a:lstStyle>
          <a:p xmlns:a="http://schemas.openxmlformats.org/drawingml/2006/main">
            <a:pPr marL="0" marR="0" lvl="0" indent="0" algn="l">
              <a:lnSpc>
                <a:spcPct val="110000"/>
              </a:lnSpc>
              <a:spcBef>
                <a:spcPts val="0"/>
              </a:spcBef>
              <a:spcAft>
                <a:spcPts val="0"/>
              </a:spcAft>
              <a:buClr>
                <a:srgbClr val="1D4ED8"/>
              </a:buClr>
              <a:buSzPts val="3200"/>
              <a:buFont typeface="IBM Plex Sans KR"/>
              <a:buNone/>
              <a:defRPr sz="3200" b="1">
                <a:solidFill>
                  <a:srgbClr val="1D4ED8"/>
                </a:solidFill>
                <a:latin typeface="IBM Plex Sans KR"/>
                <a:ea typeface="IBM Plex Sans KR"/>
                <a:cs typeface="IBM Plex Sans KR"/>
              </a:defRPr>
            </a:pPr>
            <a:r>
              <a:rPr sz="3200" b="1" i="0" u="none" strike="noStrike" cap="none">
                <a:solidFill>
                  <a:srgbClr val="1D4ED8"/>
                </a:solidFill>
                <a:latin typeface="IBM Plex Sans KR"/>
                <a:ea typeface="IBM Plex Sans KR"/>
                <a:cs typeface="IBM Plex Sans KR"/>
              </a:rPr>
              <a:t>4개 항목</a:t>
            </a:r>
            <a:endParaRPr sz="3200" b="0" i="0" u="none" strike="noStrike" cap="none">
              <a:solidFill>
                <a:schemeClr val="dk1"/>
              </a:solidFill>
              <a:latin typeface="IBM Plex Sans KR"/>
              <a:ea typeface="IBM Plex Sans KR"/>
              <a:cs typeface="IBM Plex Sans KR"/>
            </a:endParaRPr>
          </a:p>
        </p:txBody>
      </p:sp>
      <p:sp>
        <p:nvSpPr>
          <p:cNvPr id="80" name="Google Shape;80;p4">
            <a:extLst xmlns:a="http://schemas.openxmlformats.org/drawingml/2006/main">
              <a:ext uri="{FF2B5EF4-FFF2-40B4-BE49-F238E27FC236}">
                <a16:creationId xmlns:a16="http://schemas.microsoft.com/office/drawing/2014/main" id="{D6525829-BD7B-4BB4-9564-8783AFD92DDA}"/>
              </a:ext>
            </a:extLst>
          </p:cNvPr>
          <p:cNvSpPr>
            <a:spLocks xmlns:a="http://schemas.openxmlformats.org/drawingml/2006/main" noGrp="1"/>
          </p:cNvSpPr>
          <p:nvPr/>
        </p:nvSpPr>
        <p:spPr>
          <a:xfrm xmlns:a="http://schemas.openxmlformats.org/drawingml/2006/main">
            <a:off x="8608579" y="2467420"/>
            <a:ext cx="2632613" cy="2539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fontScale="92579"/>
          </a:bodyPr>
          <a:lstStyle xmlns:a="http://schemas.openxmlformats.org/drawingml/2006/main">
            <a:defPPr algn="l">
              <a:defRPr sz="1200">
                <a:solidFill>
                  <a:srgbClr val="1D4ED8"/>
                </a:solidFill>
                <a:latin typeface="IBM Plex Sans KR"/>
                <a:ea typeface="IBM Plex Sans KR"/>
                <a:cs typeface="IBM Plex Sans KR"/>
              </a:defRPr>
            </a:defPPr>
            <a:lvl1pPr algn="l">
              <a:defRPr sz="1200">
                <a:solidFill>
                  <a:srgbClr val="1D4ED8"/>
                </a:solidFill>
                <a:latin typeface="IBM Plex Sans KR"/>
                <a:ea typeface="IBM Plex Sans KR"/>
                <a:cs typeface="IBM Plex Sans KR"/>
              </a:defRPr>
            </a:lvl1pPr>
            <a:lvl2pPr algn="l">
              <a:defRPr sz="1200">
                <a:solidFill>
                  <a:srgbClr val="1D4ED8"/>
                </a:solidFill>
                <a:latin typeface="IBM Plex Sans KR"/>
                <a:ea typeface="IBM Plex Sans KR"/>
                <a:cs typeface="IBM Plex Sans KR"/>
              </a:defRPr>
            </a:lvl2pPr>
            <a:lvl3pPr algn="l">
              <a:defRPr sz="1200">
                <a:solidFill>
                  <a:srgbClr val="1D4ED8"/>
                </a:solidFill>
                <a:latin typeface="IBM Plex Sans KR"/>
                <a:ea typeface="IBM Plex Sans KR"/>
                <a:cs typeface="IBM Plex Sans KR"/>
              </a:defRPr>
            </a:lvl3pPr>
            <a:lvl4pPr algn="l">
              <a:defRPr sz="1200">
                <a:solidFill>
                  <a:srgbClr val="1D4ED8"/>
                </a:solidFill>
                <a:latin typeface="IBM Plex Sans KR"/>
                <a:ea typeface="IBM Plex Sans KR"/>
                <a:cs typeface="IBM Plex Sans KR"/>
              </a:defRPr>
            </a:lvl4pPr>
            <a:lvl5pPr algn="l">
              <a:defRPr sz="1200">
                <a:solidFill>
                  <a:srgbClr val="1D4ED8"/>
                </a:solidFill>
                <a:latin typeface="IBM Plex Sans KR"/>
                <a:ea typeface="IBM Plex Sans KR"/>
                <a:cs typeface="IBM Plex Sans KR"/>
              </a:defRPr>
            </a:lvl5pPr>
            <a:lvl6pPr algn="l">
              <a:defRPr sz="1200">
                <a:solidFill>
                  <a:srgbClr val="1D4ED8"/>
                </a:solidFill>
                <a:latin typeface="IBM Plex Sans KR"/>
                <a:ea typeface="IBM Plex Sans KR"/>
                <a:cs typeface="IBM Plex Sans KR"/>
              </a:defRPr>
            </a:lvl6pPr>
            <a:lvl7pPr algn="l">
              <a:defRPr sz="1200">
                <a:solidFill>
                  <a:srgbClr val="1D4ED8"/>
                </a:solidFill>
                <a:latin typeface="IBM Plex Sans KR"/>
                <a:ea typeface="IBM Plex Sans KR"/>
                <a:cs typeface="IBM Plex Sans KR"/>
              </a:defRPr>
            </a:lvl7pPr>
            <a:lvl8pPr algn="l">
              <a:defRPr sz="1200">
                <a:solidFill>
                  <a:srgbClr val="1D4ED8"/>
                </a:solidFill>
                <a:latin typeface="IBM Plex Sans KR"/>
                <a:ea typeface="IBM Plex Sans KR"/>
                <a:cs typeface="IBM Plex Sans KR"/>
              </a:defRPr>
            </a:lvl8pPr>
            <a:lvl9pPr algn="l">
              <a:defRPr sz="1200">
                <a:solidFill>
                  <a:srgbClr val="1D4ED8"/>
                </a:solidFill>
                <a:latin typeface="IBM Plex Sans KR"/>
                <a:ea typeface="IBM Plex Sans KR"/>
                <a:cs typeface="IBM Plex Sans KR"/>
              </a:defRPr>
            </a:lvl9pPr>
          </a:lstStyle>
          <a:p xmlns:a="http://schemas.openxmlformats.org/drawingml/2006/main">
            <a:pPr marL="0" marR="0" lvl="0" indent="0" algn="l">
              <a:lnSpc>
                <a:spcPct val="150000"/>
              </a:lnSpc>
              <a:spcBef>
                <a:spcPts val="0"/>
              </a:spcBef>
              <a:spcAft>
                <a:spcPts val="0"/>
              </a:spcAft>
              <a:buClr>
                <a:srgbClr val="1D4ED8"/>
              </a:buClr>
              <a:buSzPts val="1200"/>
              <a:buFont typeface="IBM Plex Sans KR"/>
              <a:buNone/>
              <a:defRPr sz="1200">
                <a:solidFill>
                  <a:srgbClr val="1D4ED8"/>
                </a:solidFill>
                <a:latin typeface="IBM Plex Sans KR"/>
                <a:ea typeface="IBM Plex Sans KR"/>
                <a:cs typeface="IBM Plex Sans KR"/>
              </a:defRPr>
            </a:pPr>
            <a:r>
              <a:rPr sz="1200" b="0" i="0" u="none" strike="noStrike" cap="none">
                <a:solidFill>
                  <a:srgbClr val="1D4ED8"/>
                </a:solidFill>
                <a:latin typeface="IBM Plex Sans KR"/>
                <a:ea typeface="IBM Plex Sans KR"/>
                <a:cs typeface="IBM Plex Sans KR"/>
              </a:rPr>
              <a:t>결론 / reason / 근거 / meta</a:t>
            </a:r>
            <a:endParaRPr sz="1200" b="0" i="0" u="none" strike="noStrike" cap="none">
              <a:solidFill>
                <a:schemeClr val="dk1"/>
              </a:solidFill>
              <a:latin typeface="IBM Plex Sans KR"/>
              <a:ea typeface="IBM Plex Sans KR"/>
              <a:cs typeface="IBM Plex Sans KR"/>
            </a:endParaRPr>
          </a:p>
        </p:txBody>
      </p:sp>
      <p:sp>
        <p:nvSpPr>
          <p:cNvPr id="81" name="Google Shape;81;p4">
            <a:extLst xmlns:a="http://schemas.openxmlformats.org/drawingml/2006/main">
              <a:ext uri="{FF2B5EF4-FFF2-40B4-BE49-F238E27FC236}">
                <a16:creationId xmlns:a16="http://schemas.microsoft.com/office/drawing/2014/main" id="{84EBE2A2-17EE-4257-8E89-D3BC1D684C3F}"/>
              </a:ext>
            </a:extLst>
          </p:cNvPr>
          <p:cNvSpPr>
            <a:spLocks xmlns:a="http://schemas.openxmlformats.org/drawingml/2006/main" noGrp="1"/>
          </p:cNvSpPr>
          <p:nvPr/>
        </p:nvSpPr>
        <p:spPr>
          <a:xfrm xmlns:a="http://schemas.openxmlformats.org/drawingml/2006/main">
            <a:off x="812752" y="3088469"/>
            <a:ext cx="10883490" cy="22347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fontScale="93999"/>
          </a:bodyPr>
          <a:lstStyle xmlns:a="http://schemas.openxmlformats.org/drawingml/2006/main">
            <a:defPPr algn="l">
              <a:defRPr sz="1200" b="1">
                <a:solidFill>
                  <a:srgbClr val="1D4ED8"/>
                </a:solidFill>
                <a:latin typeface="IBM Plex Sans KR"/>
                <a:ea typeface="IBM Plex Sans KR"/>
                <a:cs typeface="IBM Plex Sans KR"/>
              </a:defRPr>
            </a:defPPr>
            <a:lvl1pPr algn="l">
              <a:defRPr sz="1200" b="1">
                <a:solidFill>
                  <a:srgbClr val="1D4ED8"/>
                </a:solidFill>
                <a:latin typeface="IBM Plex Sans KR"/>
                <a:ea typeface="IBM Plex Sans KR"/>
                <a:cs typeface="IBM Plex Sans KR"/>
              </a:defRPr>
            </a:lvl1pPr>
            <a:lvl2pPr algn="l">
              <a:defRPr sz="1200" b="1">
                <a:solidFill>
                  <a:srgbClr val="1D4ED8"/>
                </a:solidFill>
                <a:latin typeface="IBM Plex Sans KR"/>
                <a:ea typeface="IBM Plex Sans KR"/>
                <a:cs typeface="IBM Plex Sans KR"/>
              </a:defRPr>
            </a:lvl2pPr>
            <a:lvl3pPr algn="l">
              <a:defRPr sz="1200" b="1">
                <a:solidFill>
                  <a:srgbClr val="1D4ED8"/>
                </a:solidFill>
                <a:latin typeface="IBM Plex Sans KR"/>
                <a:ea typeface="IBM Plex Sans KR"/>
                <a:cs typeface="IBM Plex Sans KR"/>
              </a:defRPr>
            </a:lvl3pPr>
            <a:lvl4pPr algn="l">
              <a:defRPr sz="1200" b="1">
                <a:solidFill>
                  <a:srgbClr val="1D4ED8"/>
                </a:solidFill>
                <a:latin typeface="IBM Plex Sans KR"/>
                <a:ea typeface="IBM Plex Sans KR"/>
                <a:cs typeface="IBM Plex Sans KR"/>
              </a:defRPr>
            </a:lvl4pPr>
            <a:lvl5pPr algn="l">
              <a:defRPr sz="1200" b="1">
                <a:solidFill>
                  <a:srgbClr val="1D4ED8"/>
                </a:solidFill>
                <a:latin typeface="IBM Plex Sans KR"/>
                <a:ea typeface="IBM Plex Sans KR"/>
                <a:cs typeface="IBM Plex Sans KR"/>
              </a:defRPr>
            </a:lvl5pPr>
            <a:lvl6pPr algn="l">
              <a:defRPr sz="1200" b="1">
                <a:solidFill>
                  <a:srgbClr val="1D4ED8"/>
                </a:solidFill>
                <a:latin typeface="IBM Plex Sans KR"/>
                <a:ea typeface="IBM Plex Sans KR"/>
                <a:cs typeface="IBM Plex Sans KR"/>
              </a:defRPr>
            </a:lvl6pPr>
            <a:lvl7pPr algn="l">
              <a:defRPr sz="1200" b="1">
                <a:solidFill>
                  <a:srgbClr val="1D4ED8"/>
                </a:solidFill>
                <a:latin typeface="IBM Plex Sans KR"/>
                <a:ea typeface="IBM Plex Sans KR"/>
                <a:cs typeface="IBM Plex Sans KR"/>
              </a:defRPr>
            </a:lvl7pPr>
            <a:lvl8pPr algn="l">
              <a:defRPr sz="1200" b="1">
                <a:solidFill>
                  <a:srgbClr val="1D4ED8"/>
                </a:solidFill>
                <a:latin typeface="IBM Plex Sans KR"/>
                <a:ea typeface="IBM Plex Sans KR"/>
                <a:cs typeface="IBM Plex Sans KR"/>
              </a:defRPr>
            </a:lvl8pPr>
            <a:lvl9pPr algn="l">
              <a:defRPr sz="1200" b="1">
                <a:solidFill>
                  <a:srgbClr val="1D4ED8"/>
                </a:solidFill>
                <a:latin typeface="IBM Plex Sans KR"/>
                <a:ea typeface="IBM Plex Sans KR"/>
                <a:cs typeface="IBM Plex Sans KR"/>
              </a:defRPr>
            </a:lvl9pPr>
          </a:lstStyle>
          <a:p xmlns:a="http://schemas.openxmlformats.org/drawingml/2006/main">
            <a:pPr marL="0" marR="0" lvl="0" indent="0" algn="l">
              <a:lnSpc>
                <a:spcPct val="130000"/>
              </a:lnSpc>
              <a:spcBef>
                <a:spcPts val="0"/>
              </a:spcBef>
              <a:spcAft>
                <a:spcPts val="0"/>
              </a:spcAft>
              <a:buClr>
                <a:srgbClr val="1D4ED8"/>
              </a:buClr>
              <a:buSzPts val="1200"/>
              <a:buFont typeface="IBM Plex Sans KR"/>
              <a:buNone/>
              <a:defRPr sz="1200" b="1">
                <a:solidFill>
                  <a:srgbClr val="1D4ED8"/>
                </a:solidFill>
                <a:latin typeface="IBM Plex Sans KR"/>
                <a:ea typeface="IBM Plex Sans KR"/>
                <a:cs typeface="IBM Plex Sans KR"/>
              </a:defRPr>
            </a:pPr>
            <a:r>
              <a:rPr sz="1200" b="1" i="0" u="none" strike="noStrike" cap="none">
                <a:solidFill>
                  <a:srgbClr val="1D4ED8"/>
                </a:solidFill>
                <a:latin typeface="IBM Plex Sans KR"/>
                <a:ea typeface="IBM Plex Sans KR"/>
                <a:cs typeface="IBM Plex Sans KR"/>
              </a:rPr>
              <a:t>추진 경과와 발표 전 마무리</a:t>
            </a:r>
            <a:endParaRPr sz="1200" b="0" i="0" u="none" strike="noStrike" cap="none">
              <a:solidFill>
                <a:schemeClr val="dk1"/>
              </a:solidFill>
              <a:latin typeface="IBM Plex Sans KR"/>
              <a:ea typeface="IBM Plex Sans KR"/>
              <a:cs typeface="IBM Plex Sans KR"/>
            </a:endParaRPr>
          </a:p>
        </p:txBody>
      </p:sp>
      <p:sp>
        <p:nvSpPr>
          <p:cNvPr id="82" name="Google Shape;82;p4">
            <a:extLst xmlns:a="http://schemas.openxmlformats.org/drawingml/2006/main">
              <a:ext uri="{FF2B5EF4-FFF2-40B4-BE49-F238E27FC236}">
                <a16:creationId xmlns:a16="http://schemas.microsoft.com/office/drawing/2014/main" id="{CE16B9E5-48BC-4F9D-8B27-A5FE7D8FAD56}"/>
              </a:ext>
            </a:extLst>
          </p:cNvPr>
          <p:cNvSpPr>
            <a:spLocks xmlns:a="http://schemas.openxmlformats.org/drawingml/2006/main" noGrp="1"/>
          </p:cNvSpPr>
          <p:nvPr/>
        </p:nvSpPr>
        <p:spPr>
          <a:xfrm xmlns:a="http://schemas.openxmlformats.org/drawingml/2006/main">
            <a:off x="812752" y="3489734"/>
            <a:ext cx="2022800" cy="843299"/>
          </a:xfrm>
          <a:prstGeom xmlns:a="http://schemas.openxmlformats.org/drawingml/2006/main" prst="roundRect">
            <a:avLst>
              <a:gd name="adj" fmla="val 12048"/>
            </a:avLst>
          </a:prstGeom>
          <a:solidFill xmlns:a="http://schemas.openxmlformats.org/drawingml/2006/main">
            <a:srgbClr val="EAF0FD"/>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83" name="Google Shape;83;p4">
            <a:extLst xmlns:a="http://schemas.openxmlformats.org/drawingml/2006/main">
              <a:ext uri="{FF2B5EF4-FFF2-40B4-BE49-F238E27FC236}">
                <a16:creationId xmlns:a16="http://schemas.microsoft.com/office/drawing/2014/main" id="{9EA62E22-7306-4B4E-8673-41B60288A618}"/>
              </a:ext>
            </a:extLst>
          </p:cNvPr>
          <p:cNvSpPr>
            <a:spLocks xmlns:a="http://schemas.openxmlformats.org/drawingml/2006/main" noGrp="1"/>
          </p:cNvSpPr>
          <p:nvPr/>
        </p:nvSpPr>
        <p:spPr>
          <a:xfrm xmlns:a="http://schemas.openxmlformats.org/drawingml/2006/main">
            <a:off x="1015940" y="3667486"/>
            <a:ext cx="1667224" cy="22347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fontScale="93999"/>
          </a:bodyPr>
          <a:lstStyle xmlns:a="http://schemas.openxmlformats.org/drawingml/2006/main">
            <a:defPPr algn="l">
              <a:defRPr sz="1200" b="1">
                <a:solidFill>
                  <a:srgbClr val="1D4ED8"/>
                </a:solidFill>
                <a:latin typeface="IBM Plex Sans KR"/>
                <a:ea typeface="IBM Plex Sans KR"/>
                <a:cs typeface="IBM Plex Sans KR"/>
              </a:defRPr>
            </a:defPPr>
            <a:lvl1pPr algn="l">
              <a:defRPr sz="1200" b="1">
                <a:solidFill>
                  <a:srgbClr val="1D4ED8"/>
                </a:solidFill>
                <a:latin typeface="IBM Plex Sans KR"/>
                <a:ea typeface="IBM Plex Sans KR"/>
                <a:cs typeface="IBM Plex Sans KR"/>
              </a:defRPr>
            </a:lvl1pPr>
            <a:lvl2pPr algn="l">
              <a:defRPr sz="1200" b="1">
                <a:solidFill>
                  <a:srgbClr val="1D4ED8"/>
                </a:solidFill>
                <a:latin typeface="IBM Plex Sans KR"/>
                <a:ea typeface="IBM Plex Sans KR"/>
                <a:cs typeface="IBM Plex Sans KR"/>
              </a:defRPr>
            </a:lvl2pPr>
            <a:lvl3pPr algn="l">
              <a:defRPr sz="1200" b="1">
                <a:solidFill>
                  <a:srgbClr val="1D4ED8"/>
                </a:solidFill>
                <a:latin typeface="IBM Plex Sans KR"/>
                <a:ea typeface="IBM Plex Sans KR"/>
                <a:cs typeface="IBM Plex Sans KR"/>
              </a:defRPr>
            </a:lvl3pPr>
            <a:lvl4pPr algn="l">
              <a:defRPr sz="1200" b="1">
                <a:solidFill>
                  <a:srgbClr val="1D4ED8"/>
                </a:solidFill>
                <a:latin typeface="IBM Plex Sans KR"/>
                <a:ea typeface="IBM Plex Sans KR"/>
                <a:cs typeface="IBM Plex Sans KR"/>
              </a:defRPr>
            </a:lvl4pPr>
            <a:lvl5pPr algn="l">
              <a:defRPr sz="1200" b="1">
                <a:solidFill>
                  <a:srgbClr val="1D4ED8"/>
                </a:solidFill>
                <a:latin typeface="IBM Plex Sans KR"/>
                <a:ea typeface="IBM Plex Sans KR"/>
                <a:cs typeface="IBM Plex Sans KR"/>
              </a:defRPr>
            </a:lvl5pPr>
            <a:lvl6pPr algn="l">
              <a:defRPr sz="1200" b="1">
                <a:solidFill>
                  <a:srgbClr val="1D4ED8"/>
                </a:solidFill>
                <a:latin typeface="IBM Plex Sans KR"/>
                <a:ea typeface="IBM Plex Sans KR"/>
                <a:cs typeface="IBM Plex Sans KR"/>
              </a:defRPr>
            </a:lvl6pPr>
            <a:lvl7pPr algn="l">
              <a:defRPr sz="1200" b="1">
                <a:solidFill>
                  <a:srgbClr val="1D4ED8"/>
                </a:solidFill>
                <a:latin typeface="IBM Plex Sans KR"/>
                <a:ea typeface="IBM Plex Sans KR"/>
                <a:cs typeface="IBM Plex Sans KR"/>
              </a:defRPr>
            </a:lvl7pPr>
            <a:lvl8pPr algn="l">
              <a:defRPr sz="1200" b="1">
                <a:solidFill>
                  <a:srgbClr val="1D4ED8"/>
                </a:solidFill>
                <a:latin typeface="IBM Plex Sans KR"/>
                <a:ea typeface="IBM Plex Sans KR"/>
                <a:cs typeface="IBM Plex Sans KR"/>
              </a:defRPr>
            </a:lvl8pPr>
            <a:lvl9pPr algn="l">
              <a:defRPr sz="1200" b="1">
                <a:solidFill>
                  <a:srgbClr val="1D4ED8"/>
                </a:solidFill>
                <a:latin typeface="IBM Plex Sans KR"/>
                <a:ea typeface="IBM Plex Sans KR"/>
                <a:cs typeface="IBM Plex Sans KR"/>
              </a:defRPr>
            </a:lvl9pPr>
          </a:lstStyle>
          <a:p xmlns:a="http://schemas.openxmlformats.org/drawingml/2006/main">
            <a:pPr marL="0" marR="0" lvl="0" indent="0" algn="l">
              <a:lnSpc>
                <a:spcPct val="130000"/>
              </a:lnSpc>
              <a:spcBef>
                <a:spcPts val="0"/>
              </a:spcBef>
              <a:spcAft>
                <a:spcPts val="0"/>
              </a:spcAft>
              <a:buClr>
                <a:srgbClr val="1D4ED8"/>
              </a:buClr>
              <a:buSzPts val="1200"/>
              <a:buFont typeface="IBM Plex Sans KR"/>
              <a:buNone/>
              <a:defRPr sz="1200" b="1">
                <a:solidFill>
                  <a:srgbClr val="1D4ED8"/>
                </a:solidFill>
                <a:latin typeface="IBM Plex Sans KR"/>
                <a:ea typeface="IBM Plex Sans KR"/>
                <a:cs typeface="IBM Plex Sans KR"/>
              </a:defRPr>
            </a:pPr>
            <a:r>
              <a:rPr sz="1200" b="1" i="0" u="none" strike="noStrike" cap="none">
                <a:solidFill>
                  <a:srgbClr val="1D4ED8"/>
                </a:solidFill>
                <a:latin typeface="IBM Plex Sans KR"/>
                <a:ea typeface="IBM Plex Sans KR"/>
                <a:cs typeface="IBM Plex Sans KR"/>
              </a:rPr>
              <a:t>10/22 · 기획</a:t>
            </a:r>
            <a:endParaRPr sz="1200" b="0" i="0" u="none" strike="noStrike" cap="none">
              <a:solidFill>
                <a:schemeClr val="dk1"/>
              </a:solidFill>
              <a:latin typeface="IBM Plex Sans KR"/>
              <a:ea typeface="IBM Plex Sans KR"/>
              <a:cs typeface="IBM Plex Sans KR"/>
            </a:endParaRPr>
          </a:p>
        </p:txBody>
      </p:sp>
      <p:sp>
        <p:nvSpPr>
          <p:cNvPr id="84" name="Google Shape;84;p4">
            <a:extLst xmlns:a="http://schemas.openxmlformats.org/drawingml/2006/main">
              <a:ext uri="{FF2B5EF4-FFF2-40B4-BE49-F238E27FC236}">
                <a16:creationId xmlns:a16="http://schemas.microsoft.com/office/drawing/2014/main" id="{778D86B1-29C9-4460-9907-D57AC1B22D5C}"/>
              </a:ext>
            </a:extLst>
          </p:cNvPr>
          <p:cNvSpPr>
            <a:spLocks xmlns:a="http://schemas.openxmlformats.org/drawingml/2006/main" noGrp="1"/>
          </p:cNvSpPr>
          <p:nvPr/>
        </p:nvSpPr>
        <p:spPr>
          <a:xfrm xmlns:a="http://schemas.openxmlformats.org/drawingml/2006/main">
            <a:off x="1015940" y="3903627"/>
            <a:ext cx="1667224" cy="2539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fontScale="92579"/>
          </a:bodyPr>
          <a:lstStyle xmlns:a="http://schemas.openxmlformats.org/drawingml/2006/main">
            <a:defPPr algn="l">
              <a:defRPr sz="1200">
                <a:solidFill>
                  <a:srgbClr val="1D4ED8"/>
                </a:solidFill>
                <a:latin typeface="IBM Plex Sans KR"/>
                <a:ea typeface="IBM Plex Sans KR"/>
                <a:cs typeface="IBM Plex Sans KR"/>
              </a:defRPr>
            </a:defPPr>
            <a:lvl1pPr algn="l">
              <a:defRPr sz="1200">
                <a:solidFill>
                  <a:srgbClr val="1D4ED8"/>
                </a:solidFill>
                <a:latin typeface="IBM Plex Sans KR"/>
                <a:ea typeface="IBM Plex Sans KR"/>
                <a:cs typeface="IBM Plex Sans KR"/>
              </a:defRPr>
            </a:lvl1pPr>
            <a:lvl2pPr algn="l">
              <a:defRPr sz="1200">
                <a:solidFill>
                  <a:srgbClr val="1D4ED8"/>
                </a:solidFill>
                <a:latin typeface="IBM Plex Sans KR"/>
                <a:ea typeface="IBM Plex Sans KR"/>
                <a:cs typeface="IBM Plex Sans KR"/>
              </a:defRPr>
            </a:lvl2pPr>
            <a:lvl3pPr algn="l">
              <a:defRPr sz="1200">
                <a:solidFill>
                  <a:srgbClr val="1D4ED8"/>
                </a:solidFill>
                <a:latin typeface="IBM Plex Sans KR"/>
                <a:ea typeface="IBM Plex Sans KR"/>
                <a:cs typeface="IBM Plex Sans KR"/>
              </a:defRPr>
            </a:lvl3pPr>
            <a:lvl4pPr algn="l">
              <a:defRPr sz="1200">
                <a:solidFill>
                  <a:srgbClr val="1D4ED8"/>
                </a:solidFill>
                <a:latin typeface="IBM Plex Sans KR"/>
                <a:ea typeface="IBM Plex Sans KR"/>
                <a:cs typeface="IBM Plex Sans KR"/>
              </a:defRPr>
            </a:lvl4pPr>
            <a:lvl5pPr algn="l">
              <a:defRPr sz="1200">
                <a:solidFill>
                  <a:srgbClr val="1D4ED8"/>
                </a:solidFill>
                <a:latin typeface="IBM Plex Sans KR"/>
                <a:ea typeface="IBM Plex Sans KR"/>
                <a:cs typeface="IBM Plex Sans KR"/>
              </a:defRPr>
            </a:lvl5pPr>
            <a:lvl6pPr algn="l">
              <a:defRPr sz="1200">
                <a:solidFill>
                  <a:srgbClr val="1D4ED8"/>
                </a:solidFill>
                <a:latin typeface="IBM Plex Sans KR"/>
                <a:ea typeface="IBM Plex Sans KR"/>
                <a:cs typeface="IBM Plex Sans KR"/>
              </a:defRPr>
            </a:lvl6pPr>
            <a:lvl7pPr algn="l">
              <a:defRPr sz="1200">
                <a:solidFill>
                  <a:srgbClr val="1D4ED8"/>
                </a:solidFill>
                <a:latin typeface="IBM Plex Sans KR"/>
                <a:ea typeface="IBM Plex Sans KR"/>
                <a:cs typeface="IBM Plex Sans KR"/>
              </a:defRPr>
            </a:lvl7pPr>
            <a:lvl8pPr algn="l">
              <a:defRPr sz="1200">
                <a:solidFill>
                  <a:srgbClr val="1D4ED8"/>
                </a:solidFill>
                <a:latin typeface="IBM Plex Sans KR"/>
                <a:ea typeface="IBM Plex Sans KR"/>
                <a:cs typeface="IBM Plex Sans KR"/>
              </a:defRPr>
            </a:lvl8pPr>
            <a:lvl9pPr algn="l">
              <a:defRPr sz="1200">
                <a:solidFill>
                  <a:srgbClr val="1D4ED8"/>
                </a:solidFill>
                <a:latin typeface="IBM Plex Sans KR"/>
                <a:ea typeface="IBM Plex Sans KR"/>
                <a:cs typeface="IBM Plex Sans KR"/>
              </a:defRPr>
            </a:lvl9pPr>
          </a:lstStyle>
          <a:p xmlns:a="http://schemas.openxmlformats.org/drawingml/2006/main">
            <a:pPr marL="0" marR="0" lvl="0" indent="0" algn="l">
              <a:lnSpc>
                <a:spcPct val="150000"/>
              </a:lnSpc>
              <a:spcBef>
                <a:spcPts val="0"/>
              </a:spcBef>
              <a:spcAft>
                <a:spcPts val="0"/>
              </a:spcAft>
              <a:buClr>
                <a:srgbClr val="1D4ED8"/>
              </a:buClr>
              <a:buSzPts val="1200"/>
              <a:buFont typeface="IBM Plex Sans KR"/>
              <a:buNone/>
              <a:defRPr sz="1200">
                <a:solidFill>
                  <a:srgbClr val="1D4ED8"/>
                </a:solidFill>
                <a:latin typeface="IBM Plex Sans KR"/>
                <a:ea typeface="IBM Plex Sans KR"/>
                <a:cs typeface="IBM Plex Sans KR"/>
              </a:defRPr>
            </a:pPr>
            <a:r>
              <a:rPr sz="1200" b="0" i="0" u="none" strike="noStrike" cap="none">
                <a:solidFill>
                  <a:srgbClr val="1D4ED8"/>
                </a:solidFill>
                <a:latin typeface="IBM Plex Sans KR"/>
                <a:ea typeface="IBM Plex Sans KR"/>
                <a:cs typeface="IBM Plex Sans KR"/>
              </a:rPr>
              <a:t>범위·더미·역할</a:t>
            </a:r>
            <a:endParaRPr sz="1200" b="0" i="0" u="none" strike="noStrike" cap="none">
              <a:solidFill>
                <a:schemeClr val="dk1"/>
              </a:solidFill>
              <a:latin typeface="IBM Plex Sans KR"/>
              <a:ea typeface="IBM Plex Sans KR"/>
              <a:cs typeface="IBM Plex Sans KR"/>
            </a:endParaRPr>
          </a:p>
        </p:txBody>
      </p:sp>
      <p:sp>
        <p:nvSpPr>
          <p:cNvPr id="85" name="Google Shape;85;p4">
            <a:extLst xmlns:a="http://schemas.openxmlformats.org/drawingml/2006/main">
              <a:ext uri="{FF2B5EF4-FFF2-40B4-BE49-F238E27FC236}">
                <a16:creationId xmlns:a16="http://schemas.microsoft.com/office/drawing/2014/main" id="{85AFA74D-0646-403C-B8EE-1F25E6F0E61F}"/>
              </a:ext>
            </a:extLst>
          </p:cNvPr>
          <p:cNvSpPr>
            <a:spLocks xmlns:a="http://schemas.openxmlformats.org/drawingml/2006/main" noGrp="1"/>
          </p:cNvSpPr>
          <p:nvPr/>
        </p:nvSpPr>
        <p:spPr>
          <a:xfrm xmlns:a="http://schemas.openxmlformats.org/drawingml/2006/main">
            <a:off x="2937115" y="3489734"/>
            <a:ext cx="2022860" cy="843299"/>
          </a:xfrm>
          <a:prstGeom xmlns:a="http://schemas.openxmlformats.org/drawingml/2006/main" prst="roundRect">
            <a:avLst>
              <a:gd name="adj" fmla="val 12048"/>
            </a:avLst>
          </a:prstGeom>
          <a:solidFill xmlns:a="http://schemas.openxmlformats.org/drawingml/2006/main">
            <a:srgbClr val="EAF0FD"/>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86" name="Google Shape;86;p4">
            <a:extLst xmlns:a="http://schemas.openxmlformats.org/drawingml/2006/main">
              <a:ext uri="{FF2B5EF4-FFF2-40B4-BE49-F238E27FC236}">
                <a16:creationId xmlns:a16="http://schemas.microsoft.com/office/drawing/2014/main" id="{E1F7808D-0738-402B-8546-563C007A57F7}"/>
              </a:ext>
            </a:extLst>
          </p:cNvPr>
          <p:cNvSpPr>
            <a:spLocks xmlns:a="http://schemas.openxmlformats.org/drawingml/2006/main" noGrp="1"/>
          </p:cNvSpPr>
          <p:nvPr/>
        </p:nvSpPr>
        <p:spPr>
          <a:xfrm xmlns:a="http://schemas.openxmlformats.org/drawingml/2006/main">
            <a:off x="3140303" y="3667486"/>
            <a:ext cx="1667284" cy="22347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fontScale="93999"/>
          </a:bodyPr>
          <a:lstStyle xmlns:a="http://schemas.openxmlformats.org/drawingml/2006/main">
            <a:defPPr algn="l">
              <a:defRPr sz="1200" b="1">
                <a:solidFill>
                  <a:srgbClr val="1D4ED8"/>
                </a:solidFill>
                <a:latin typeface="IBM Plex Sans KR"/>
                <a:ea typeface="IBM Plex Sans KR"/>
                <a:cs typeface="IBM Plex Sans KR"/>
              </a:defRPr>
            </a:defPPr>
            <a:lvl1pPr algn="l">
              <a:defRPr sz="1200" b="1">
                <a:solidFill>
                  <a:srgbClr val="1D4ED8"/>
                </a:solidFill>
                <a:latin typeface="IBM Plex Sans KR"/>
                <a:ea typeface="IBM Plex Sans KR"/>
                <a:cs typeface="IBM Plex Sans KR"/>
              </a:defRPr>
            </a:lvl1pPr>
            <a:lvl2pPr algn="l">
              <a:defRPr sz="1200" b="1">
                <a:solidFill>
                  <a:srgbClr val="1D4ED8"/>
                </a:solidFill>
                <a:latin typeface="IBM Plex Sans KR"/>
                <a:ea typeface="IBM Plex Sans KR"/>
                <a:cs typeface="IBM Plex Sans KR"/>
              </a:defRPr>
            </a:lvl2pPr>
            <a:lvl3pPr algn="l">
              <a:defRPr sz="1200" b="1">
                <a:solidFill>
                  <a:srgbClr val="1D4ED8"/>
                </a:solidFill>
                <a:latin typeface="IBM Plex Sans KR"/>
                <a:ea typeface="IBM Plex Sans KR"/>
                <a:cs typeface="IBM Plex Sans KR"/>
              </a:defRPr>
            </a:lvl3pPr>
            <a:lvl4pPr algn="l">
              <a:defRPr sz="1200" b="1">
                <a:solidFill>
                  <a:srgbClr val="1D4ED8"/>
                </a:solidFill>
                <a:latin typeface="IBM Plex Sans KR"/>
                <a:ea typeface="IBM Plex Sans KR"/>
                <a:cs typeface="IBM Plex Sans KR"/>
              </a:defRPr>
            </a:lvl4pPr>
            <a:lvl5pPr algn="l">
              <a:defRPr sz="1200" b="1">
                <a:solidFill>
                  <a:srgbClr val="1D4ED8"/>
                </a:solidFill>
                <a:latin typeface="IBM Plex Sans KR"/>
                <a:ea typeface="IBM Plex Sans KR"/>
                <a:cs typeface="IBM Plex Sans KR"/>
              </a:defRPr>
            </a:lvl5pPr>
            <a:lvl6pPr algn="l">
              <a:defRPr sz="1200" b="1">
                <a:solidFill>
                  <a:srgbClr val="1D4ED8"/>
                </a:solidFill>
                <a:latin typeface="IBM Plex Sans KR"/>
                <a:ea typeface="IBM Plex Sans KR"/>
                <a:cs typeface="IBM Plex Sans KR"/>
              </a:defRPr>
            </a:lvl6pPr>
            <a:lvl7pPr algn="l">
              <a:defRPr sz="1200" b="1">
                <a:solidFill>
                  <a:srgbClr val="1D4ED8"/>
                </a:solidFill>
                <a:latin typeface="IBM Plex Sans KR"/>
                <a:ea typeface="IBM Plex Sans KR"/>
                <a:cs typeface="IBM Plex Sans KR"/>
              </a:defRPr>
            </a:lvl7pPr>
            <a:lvl8pPr algn="l">
              <a:defRPr sz="1200" b="1">
                <a:solidFill>
                  <a:srgbClr val="1D4ED8"/>
                </a:solidFill>
                <a:latin typeface="IBM Plex Sans KR"/>
                <a:ea typeface="IBM Plex Sans KR"/>
                <a:cs typeface="IBM Plex Sans KR"/>
              </a:defRPr>
            </a:lvl8pPr>
            <a:lvl9pPr algn="l">
              <a:defRPr sz="1200" b="1">
                <a:solidFill>
                  <a:srgbClr val="1D4ED8"/>
                </a:solidFill>
                <a:latin typeface="IBM Plex Sans KR"/>
                <a:ea typeface="IBM Plex Sans KR"/>
                <a:cs typeface="IBM Plex Sans KR"/>
              </a:defRPr>
            </a:lvl9pPr>
          </a:lstStyle>
          <a:p xmlns:a="http://schemas.openxmlformats.org/drawingml/2006/main">
            <a:pPr marL="0" marR="0" lvl="0" indent="0" algn="l">
              <a:lnSpc>
                <a:spcPct val="130000"/>
              </a:lnSpc>
              <a:spcBef>
                <a:spcPts val="0"/>
              </a:spcBef>
              <a:spcAft>
                <a:spcPts val="0"/>
              </a:spcAft>
              <a:buClr>
                <a:srgbClr val="1D4ED8"/>
              </a:buClr>
              <a:buSzPts val="1200"/>
              <a:buFont typeface="IBM Plex Sans KR"/>
              <a:buNone/>
              <a:defRPr sz="1200" b="1">
                <a:solidFill>
                  <a:srgbClr val="1D4ED8"/>
                </a:solidFill>
                <a:latin typeface="IBM Plex Sans KR"/>
                <a:ea typeface="IBM Plex Sans KR"/>
                <a:cs typeface="IBM Plex Sans KR"/>
              </a:defRPr>
            </a:pPr>
            <a:r>
              <a:rPr sz="1200" b="1" i="0" u="none" strike="noStrike" cap="none">
                <a:solidFill>
                  <a:srgbClr val="1D4ED8"/>
                </a:solidFill>
                <a:latin typeface="IBM Plex Sans KR"/>
                <a:ea typeface="IBM Plex Sans KR"/>
                <a:cs typeface="IBM Plex Sans KR"/>
              </a:rPr>
              <a:t>10/23 · 개선</a:t>
            </a:r>
            <a:endParaRPr sz="1200" b="0" i="0" u="none" strike="noStrike" cap="none">
              <a:solidFill>
                <a:schemeClr val="dk1"/>
              </a:solidFill>
              <a:latin typeface="IBM Plex Sans KR"/>
              <a:ea typeface="IBM Plex Sans KR"/>
              <a:cs typeface="IBM Plex Sans KR"/>
            </a:endParaRPr>
          </a:p>
        </p:txBody>
      </p:sp>
      <p:sp>
        <p:nvSpPr>
          <p:cNvPr id="87" name="Google Shape;87;p4">
            <a:extLst xmlns:a="http://schemas.openxmlformats.org/drawingml/2006/main">
              <a:ext uri="{FF2B5EF4-FFF2-40B4-BE49-F238E27FC236}">
                <a16:creationId xmlns:a16="http://schemas.microsoft.com/office/drawing/2014/main" id="{2B1B1DA1-ECED-4923-9F9B-86810FEA1986}"/>
              </a:ext>
            </a:extLst>
          </p:cNvPr>
          <p:cNvSpPr>
            <a:spLocks xmlns:a="http://schemas.openxmlformats.org/drawingml/2006/main" noGrp="1"/>
          </p:cNvSpPr>
          <p:nvPr/>
        </p:nvSpPr>
        <p:spPr>
          <a:xfrm xmlns:a="http://schemas.openxmlformats.org/drawingml/2006/main">
            <a:off x="3140303" y="3903627"/>
            <a:ext cx="1667284" cy="2539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fontScale="92579"/>
          </a:bodyPr>
          <a:lstStyle xmlns:a="http://schemas.openxmlformats.org/drawingml/2006/main">
            <a:defPPr algn="l">
              <a:defRPr sz="1200">
                <a:solidFill>
                  <a:srgbClr val="1D4ED8"/>
                </a:solidFill>
                <a:latin typeface="IBM Plex Sans KR"/>
                <a:ea typeface="IBM Plex Sans KR"/>
                <a:cs typeface="IBM Plex Sans KR"/>
              </a:defRPr>
            </a:defPPr>
            <a:lvl1pPr algn="l">
              <a:defRPr sz="1200">
                <a:solidFill>
                  <a:srgbClr val="1D4ED8"/>
                </a:solidFill>
                <a:latin typeface="IBM Plex Sans KR"/>
                <a:ea typeface="IBM Plex Sans KR"/>
                <a:cs typeface="IBM Plex Sans KR"/>
              </a:defRPr>
            </a:lvl1pPr>
            <a:lvl2pPr algn="l">
              <a:defRPr sz="1200">
                <a:solidFill>
                  <a:srgbClr val="1D4ED8"/>
                </a:solidFill>
                <a:latin typeface="IBM Plex Sans KR"/>
                <a:ea typeface="IBM Plex Sans KR"/>
                <a:cs typeface="IBM Plex Sans KR"/>
              </a:defRPr>
            </a:lvl2pPr>
            <a:lvl3pPr algn="l">
              <a:defRPr sz="1200">
                <a:solidFill>
                  <a:srgbClr val="1D4ED8"/>
                </a:solidFill>
                <a:latin typeface="IBM Plex Sans KR"/>
                <a:ea typeface="IBM Plex Sans KR"/>
                <a:cs typeface="IBM Plex Sans KR"/>
              </a:defRPr>
            </a:lvl3pPr>
            <a:lvl4pPr algn="l">
              <a:defRPr sz="1200">
                <a:solidFill>
                  <a:srgbClr val="1D4ED8"/>
                </a:solidFill>
                <a:latin typeface="IBM Plex Sans KR"/>
                <a:ea typeface="IBM Plex Sans KR"/>
                <a:cs typeface="IBM Plex Sans KR"/>
              </a:defRPr>
            </a:lvl4pPr>
            <a:lvl5pPr algn="l">
              <a:defRPr sz="1200">
                <a:solidFill>
                  <a:srgbClr val="1D4ED8"/>
                </a:solidFill>
                <a:latin typeface="IBM Plex Sans KR"/>
                <a:ea typeface="IBM Plex Sans KR"/>
                <a:cs typeface="IBM Plex Sans KR"/>
              </a:defRPr>
            </a:lvl5pPr>
            <a:lvl6pPr algn="l">
              <a:defRPr sz="1200">
                <a:solidFill>
                  <a:srgbClr val="1D4ED8"/>
                </a:solidFill>
                <a:latin typeface="IBM Plex Sans KR"/>
                <a:ea typeface="IBM Plex Sans KR"/>
                <a:cs typeface="IBM Plex Sans KR"/>
              </a:defRPr>
            </a:lvl6pPr>
            <a:lvl7pPr algn="l">
              <a:defRPr sz="1200">
                <a:solidFill>
                  <a:srgbClr val="1D4ED8"/>
                </a:solidFill>
                <a:latin typeface="IBM Plex Sans KR"/>
                <a:ea typeface="IBM Plex Sans KR"/>
                <a:cs typeface="IBM Plex Sans KR"/>
              </a:defRPr>
            </a:lvl7pPr>
            <a:lvl8pPr algn="l">
              <a:defRPr sz="1200">
                <a:solidFill>
                  <a:srgbClr val="1D4ED8"/>
                </a:solidFill>
                <a:latin typeface="IBM Plex Sans KR"/>
                <a:ea typeface="IBM Plex Sans KR"/>
                <a:cs typeface="IBM Plex Sans KR"/>
              </a:defRPr>
            </a:lvl8pPr>
            <a:lvl9pPr algn="l">
              <a:defRPr sz="1200">
                <a:solidFill>
                  <a:srgbClr val="1D4ED8"/>
                </a:solidFill>
                <a:latin typeface="IBM Plex Sans KR"/>
                <a:ea typeface="IBM Plex Sans KR"/>
                <a:cs typeface="IBM Plex Sans KR"/>
              </a:defRPr>
            </a:lvl9pPr>
          </a:lstStyle>
          <a:p xmlns:a="http://schemas.openxmlformats.org/drawingml/2006/main">
            <a:pPr marL="0" marR="0" lvl="0" indent="0" algn="l">
              <a:lnSpc>
                <a:spcPct val="150000"/>
              </a:lnSpc>
              <a:spcBef>
                <a:spcPts val="0"/>
              </a:spcBef>
              <a:spcAft>
                <a:spcPts val="0"/>
              </a:spcAft>
              <a:buClr>
                <a:srgbClr val="1D4ED8"/>
              </a:buClr>
              <a:buSzPts val="1200"/>
              <a:buFont typeface="IBM Plex Sans KR"/>
              <a:buNone/>
              <a:defRPr sz="1200">
                <a:solidFill>
                  <a:srgbClr val="1D4ED8"/>
                </a:solidFill>
                <a:latin typeface="IBM Plex Sans KR"/>
                <a:ea typeface="IBM Plex Sans KR"/>
                <a:cs typeface="IBM Plex Sans KR"/>
              </a:defRPr>
            </a:pPr>
            <a:r>
              <a:rPr sz="1200" b="0" i="0" u="none" strike="noStrike" cap="none">
                <a:solidFill>
                  <a:srgbClr val="1D4ED8"/>
                </a:solidFill>
                <a:latin typeface="IBM Plex Sans KR"/>
                <a:ea typeface="IBM Plex Sans KR"/>
                <a:cs typeface="IBM Plex Sans KR"/>
              </a:rPr>
              <a:t>학습·품질·청크</a:t>
            </a:r>
            <a:endParaRPr sz="1200" b="0" i="0" u="none" strike="noStrike" cap="none">
              <a:solidFill>
                <a:schemeClr val="dk1"/>
              </a:solidFill>
              <a:latin typeface="IBM Plex Sans KR"/>
              <a:ea typeface="IBM Plex Sans KR"/>
              <a:cs typeface="IBM Plex Sans KR"/>
            </a:endParaRPr>
          </a:p>
        </p:txBody>
      </p:sp>
      <p:sp>
        <p:nvSpPr>
          <p:cNvPr id="88" name="Google Shape;88;p4">
            <a:extLst xmlns:a="http://schemas.openxmlformats.org/drawingml/2006/main">
              <a:ext uri="{FF2B5EF4-FFF2-40B4-BE49-F238E27FC236}">
                <a16:creationId xmlns:a16="http://schemas.microsoft.com/office/drawing/2014/main" id="{BFDB4D8D-4A45-4E39-821A-7E7884662996}"/>
              </a:ext>
            </a:extLst>
          </p:cNvPr>
          <p:cNvSpPr>
            <a:spLocks xmlns:a="http://schemas.openxmlformats.org/drawingml/2006/main" noGrp="1"/>
          </p:cNvSpPr>
          <p:nvPr/>
        </p:nvSpPr>
        <p:spPr>
          <a:xfrm xmlns:a="http://schemas.openxmlformats.org/drawingml/2006/main">
            <a:off x="5061539" y="3489734"/>
            <a:ext cx="2022800" cy="843299"/>
          </a:xfrm>
          <a:prstGeom xmlns:a="http://schemas.openxmlformats.org/drawingml/2006/main" prst="roundRect">
            <a:avLst>
              <a:gd name="adj" fmla="val 12048"/>
            </a:avLst>
          </a:prstGeom>
          <a:solidFill xmlns:a="http://schemas.openxmlformats.org/drawingml/2006/main">
            <a:srgbClr val="EAF0FD"/>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89" name="Google Shape;89;p4">
            <a:extLst xmlns:a="http://schemas.openxmlformats.org/drawingml/2006/main">
              <a:ext uri="{FF2B5EF4-FFF2-40B4-BE49-F238E27FC236}">
                <a16:creationId xmlns:a16="http://schemas.microsoft.com/office/drawing/2014/main" id="{F7C228E2-7C8C-4D07-90DC-7E7CAD15F8D6}"/>
              </a:ext>
            </a:extLst>
          </p:cNvPr>
          <p:cNvSpPr>
            <a:spLocks xmlns:a="http://schemas.openxmlformats.org/drawingml/2006/main" noGrp="1"/>
          </p:cNvSpPr>
          <p:nvPr/>
        </p:nvSpPr>
        <p:spPr>
          <a:xfrm xmlns:a="http://schemas.openxmlformats.org/drawingml/2006/main">
            <a:off x="5264727" y="3667486"/>
            <a:ext cx="1667224" cy="22347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fontScale="93999"/>
          </a:bodyPr>
          <a:lstStyle xmlns:a="http://schemas.openxmlformats.org/drawingml/2006/main">
            <a:defPPr algn="l">
              <a:defRPr sz="1200" b="1">
                <a:solidFill>
                  <a:srgbClr val="1D4ED8"/>
                </a:solidFill>
                <a:latin typeface="IBM Plex Sans KR"/>
                <a:ea typeface="IBM Plex Sans KR"/>
                <a:cs typeface="IBM Plex Sans KR"/>
              </a:defRPr>
            </a:defPPr>
            <a:lvl1pPr algn="l">
              <a:defRPr sz="1200" b="1">
                <a:solidFill>
                  <a:srgbClr val="1D4ED8"/>
                </a:solidFill>
                <a:latin typeface="IBM Plex Sans KR"/>
                <a:ea typeface="IBM Plex Sans KR"/>
                <a:cs typeface="IBM Plex Sans KR"/>
              </a:defRPr>
            </a:lvl1pPr>
            <a:lvl2pPr algn="l">
              <a:defRPr sz="1200" b="1">
                <a:solidFill>
                  <a:srgbClr val="1D4ED8"/>
                </a:solidFill>
                <a:latin typeface="IBM Plex Sans KR"/>
                <a:ea typeface="IBM Plex Sans KR"/>
                <a:cs typeface="IBM Plex Sans KR"/>
              </a:defRPr>
            </a:lvl2pPr>
            <a:lvl3pPr algn="l">
              <a:defRPr sz="1200" b="1">
                <a:solidFill>
                  <a:srgbClr val="1D4ED8"/>
                </a:solidFill>
                <a:latin typeface="IBM Plex Sans KR"/>
                <a:ea typeface="IBM Plex Sans KR"/>
                <a:cs typeface="IBM Plex Sans KR"/>
              </a:defRPr>
            </a:lvl3pPr>
            <a:lvl4pPr algn="l">
              <a:defRPr sz="1200" b="1">
                <a:solidFill>
                  <a:srgbClr val="1D4ED8"/>
                </a:solidFill>
                <a:latin typeface="IBM Plex Sans KR"/>
                <a:ea typeface="IBM Plex Sans KR"/>
                <a:cs typeface="IBM Plex Sans KR"/>
              </a:defRPr>
            </a:lvl4pPr>
            <a:lvl5pPr algn="l">
              <a:defRPr sz="1200" b="1">
                <a:solidFill>
                  <a:srgbClr val="1D4ED8"/>
                </a:solidFill>
                <a:latin typeface="IBM Plex Sans KR"/>
                <a:ea typeface="IBM Plex Sans KR"/>
                <a:cs typeface="IBM Plex Sans KR"/>
              </a:defRPr>
            </a:lvl5pPr>
            <a:lvl6pPr algn="l">
              <a:defRPr sz="1200" b="1">
                <a:solidFill>
                  <a:srgbClr val="1D4ED8"/>
                </a:solidFill>
                <a:latin typeface="IBM Plex Sans KR"/>
                <a:ea typeface="IBM Plex Sans KR"/>
                <a:cs typeface="IBM Plex Sans KR"/>
              </a:defRPr>
            </a:lvl6pPr>
            <a:lvl7pPr algn="l">
              <a:defRPr sz="1200" b="1">
                <a:solidFill>
                  <a:srgbClr val="1D4ED8"/>
                </a:solidFill>
                <a:latin typeface="IBM Plex Sans KR"/>
                <a:ea typeface="IBM Plex Sans KR"/>
                <a:cs typeface="IBM Plex Sans KR"/>
              </a:defRPr>
            </a:lvl7pPr>
            <a:lvl8pPr algn="l">
              <a:defRPr sz="1200" b="1">
                <a:solidFill>
                  <a:srgbClr val="1D4ED8"/>
                </a:solidFill>
                <a:latin typeface="IBM Plex Sans KR"/>
                <a:ea typeface="IBM Plex Sans KR"/>
                <a:cs typeface="IBM Plex Sans KR"/>
              </a:defRPr>
            </a:lvl8pPr>
            <a:lvl9pPr algn="l">
              <a:defRPr sz="1200" b="1">
                <a:solidFill>
                  <a:srgbClr val="1D4ED8"/>
                </a:solidFill>
                <a:latin typeface="IBM Plex Sans KR"/>
                <a:ea typeface="IBM Plex Sans KR"/>
                <a:cs typeface="IBM Plex Sans KR"/>
              </a:defRPr>
            </a:lvl9pPr>
          </a:lstStyle>
          <a:p xmlns:a="http://schemas.openxmlformats.org/drawingml/2006/main">
            <a:pPr marL="0" marR="0" lvl="0" indent="0" algn="l">
              <a:lnSpc>
                <a:spcPct val="130000"/>
              </a:lnSpc>
              <a:spcBef>
                <a:spcPts val="0"/>
              </a:spcBef>
              <a:spcAft>
                <a:spcPts val="0"/>
              </a:spcAft>
              <a:buClr>
                <a:srgbClr val="1D4ED8"/>
              </a:buClr>
              <a:buSzPts val="1200"/>
              <a:buFont typeface="IBM Plex Sans KR"/>
              <a:buNone/>
              <a:defRPr sz="1200" b="1">
                <a:solidFill>
                  <a:srgbClr val="1D4ED8"/>
                </a:solidFill>
                <a:latin typeface="IBM Plex Sans KR"/>
                <a:ea typeface="IBM Plex Sans KR"/>
                <a:cs typeface="IBM Plex Sans KR"/>
              </a:defRPr>
            </a:pPr>
            <a:r>
              <a:rPr sz="1200" b="1" i="0" u="none" strike="noStrike" cap="none">
                <a:solidFill>
                  <a:srgbClr val="1D4ED8"/>
                </a:solidFill>
                <a:latin typeface="IBM Plex Sans KR"/>
                <a:ea typeface="IBM Plex Sans KR"/>
                <a:cs typeface="IBM Plex Sans KR"/>
              </a:rPr>
              <a:t>10/25 · 검증</a:t>
            </a:r>
            <a:endParaRPr sz="1200" b="0" i="0" u="none" strike="noStrike" cap="none">
              <a:solidFill>
                <a:schemeClr val="dk1"/>
              </a:solidFill>
              <a:latin typeface="IBM Plex Sans KR"/>
              <a:ea typeface="IBM Plex Sans KR"/>
              <a:cs typeface="IBM Plex Sans KR"/>
            </a:endParaRPr>
          </a:p>
        </p:txBody>
      </p:sp>
      <p:sp>
        <p:nvSpPr>
          <p:cNvPr id="90" name="Google Shape;90;p4">
            <a:extLst xmlns:a="http://schemas.openxmlformats.org/drawingml/2006/main">
              <a:ext uri="{FF2B5EF4-FFF2-40B4-BE49-F238E27FC236}">
                <a16:creationId xmlns:a16="http://schemas.microsoft.com/office/drawing/2014/main" id="{82C92B83-2FF6-416D-BB53-B2CA12300E5A}"/>
              </a:ext>
            </a:extLst>
          </p:cNvPr>
          <p:cNvSpPr>
            <a:spLocks xmlns:a="http://schemas.openxmlformats.org/drawingml/2006/main" noGrp="1"/>
          </p:cNvSpPr>
          <p:nvPr/>
        </p:nvSpPr>
        <p:spPr>
          <a:xfrm xmlns:a="http://schemas.openxmlformats.org/drawingml/2006/main">
            <a:off x="5264727" y="3903627"/>
            <a:ext cx="1667224" cy="2539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fontScale="92579"/>
          </a:bodyPr>
          <a:lstStyle xmlns:a="http://schemas.openxmlformats.org/drawingml/2006/main">
            <a:defPPr algn="l">
              <a:defRPr sz="1200">
                <a:solidFill>
                  <a:srgbClr val="1D4ED8"/>
                </a:solidFill>
                <a:latin typeface="IBM Plex Sans KR"/>
                <a:ea typeface="IBM Plex Sans KR"/>
                <a:cs typeface="IBM Plex Sans KR"/>
              </a:defRPr>
            </a:defPPr>
            <a:lvl1pPr algn="l">
              <a:defRPr sz="1200">
                <a:solidFill>
                  <a:srgbClr val="1D4ED8"/>
                </a:solidFill>
                <a:latin typeface="IBM Plex Sans KR"/>
                <a:ea typeface="IBM Plex Sans KR"/>
                <a:cs typeface="IBM Plex Sans KR"/>
              </a:defRPr>
            </a:lvl1pPr>
            <a:lvl2pPr algn="l">
              <a:defRPr sz="1200">
                <a:solidFill>
                  <a:srgbClr val="1D4ED8"/>
                </a:solidFill>
                <a:latin typeface="IBM Plex Sans KR"/>
                <a:ea typeface="IBM Plex Sans KR"/>
                <a:cs typeface="IBM Plex Sans KR"/>
              </a:defRPr>
            </a:lvl2pPr>
            <a:lvl3pPr algn="l">
              <a:defRPr sz="1200">
                <a:solidFill>
                  <a:srgbClr val="1D4ED8"/>
                </a:solidFill>
                <a:latin typeface="IBM Plex Sans KR"/>
                <a:ea typeface="IBM Plex Sans KR"/>
                <a:cs typeface="IBM Plex Sans KR"/>
              </a:defRPr>
            </a:lvl3pPr>
            <a:lvl4pPr algn="l">
              <a:defRPr sz="1200">
                <a:solidFill>
                  <a:srgbClr val="1D4ED8"/>
                </a:solidFill>
                <a:latin typeface="IBM Plex Sans KR"/>
                <a:ea typeface="IBM Plex Sans KR"/>
                <a:cs typeface="IBM Plex Sans KR"/>
              </a:defRPr>
            </a:lvl4pPr>
            <a:lvl5pPr algn="l">
              <a:defRPr sz="1200">
                <a:solidFill>
                  <a:srgbClr val="1D4ED8"/>
                </a:solidFill>
                <a:latin typeface="IBM Plex Sans KR"/>
                <a:ea typeface="IBM Plex Sans KR"/>
                <a:cs typeface="IBM Plex Sans KR"/>
              </a:defRPr>
            </a:lvl5pPr>
            <a:lvl6pPr algn="l">
              <a:defRPr sz="1200">
                <a:solidFill>
                  <a:srgbClr val="1D4ED8"/>
                </a:solidFill>
                <a:latin typeface="IBM Plex Sans KR"/>
                <a:ea typeface="IBM Plex Sans KR"/>
                <a:cs typeface="IBM Plex Sans KR"/>
              </a:defRPr>
            </a:lvl6pPr>
            <a:lvl7pPr algn="l">
              <a:defRPr sz="1200">
                <a:solidFill>
                  <a:srgbClr val="1D4ED8"/>
                </a:solidFill>
                <a:latin typeface="IBM Plex Sans KR"/>
                <a:ea typeface="IBM Plex Sans KR"/>
                <a:cs typeface="IBM Plex Sans KR"/>
              </a:defRPr>
            </a:lvl7pPr>
            <a:lvl8pPr algn="l">
              <a:defRPr sz="1200">
                <a:solidFill>
                  <a:srgbClr val="1D4ED8"/>
                </a:solidFill>
                <a:latin typeface="IBM Plex Sans KR"/>
                <a:ea typeface="IBM Plex Sans KR"/>
                <a:cs typeface="IBM Plex Sans KR"/>
              </a:defRPr>
            </a:lvl8pPr>
            <a:lvl9pPr algn="l">
              <a:defRPr sz="1200">
                <a:solidFill>
                  <a:srgbClr val="1D4ED8"/>
                </a:solidFill>
                <a:latin typeface="IBM Plex Sans KR"/>
                <a:ea typeface="IBM Plex Sans KR"/>
                <a:cs typeface="IBM Plex Sans KR"/>
              </a:defRPr>
            </a:lvl9pPr>
          </a:lstStyle>
          <a:p xmlns:a="http://schemas.openxmlformats.org/drawingml/2006/main">
            <a:pPr marL="0" marR="0" lvl="0" indent="0" algn="l">
              <a:lnSpc>
                <a:spcPct val="150000"/>
              </a:lnSpc>
              <a:spcBef>
                <a:spcPts val="0"/>
              </a:spcBef>
              <a:spcAft>
                <a:spcPts val="0"/>
              </a:spcAft>
              <a:buClr>
                <a:srgbClr val="1D4ED8"/>
              </a:buClr>
              <a:buSzPts val="1200"/>
              <a:buFont typeface="IBM Plex Sans KR"/>
              <a:buNone/>
              <a:defRPr sz="1200">
                <a:solidFill>
                  <a:srgbClr val="1D4ED8"/>
                </a:solidFill>
                <a:latin typeface="IBM Plex Sans KR"/>
                <a:ea typeface="IBM Plex Sans KR"/>
                <a:cs typeface="IBM Plex Sans KR"/>
              </a:defRPr>
            </a:pPr>
            <a:r>
              <a:rPr sz="1200" b="0" i="0" u="none" strike="noStrike" cap="none">
                <a:solidFill>
                  <a:srgbClr val="1D4ED8"/>
                </a:solidFill>
                <a:latin typeface="IBM Plex Sans KR"/>
                <a:ea typeface="IBM Plex Sans KR"/>
                <a:cs typeface="IBM Plex Sans KR"/>
              </a:rPr>
              <a:t>정답·프롬프트</a:t>
            </a:r>
            <a:endParaRPr sz="1200" b="0" i="0" u="none" strike="noStrike" cap="none">
              <a:solidFill>
                <a:schemeClr val="dk1"/>
              </a:solidFill>
              <a:latin typeface="IBM Plex Sans KR"/>
              <a:ea typeface="IBM Plex Sans KR"/>
              <a:cs typeface="IBM Plex Sans KR"/>
            </a:endParaRPr>
          </a:p>
        </p:txBody>
      </p:sp>
      <p:sp>
        <p:nvSpPr>
          <p:cNvPr id="91" name="Google Shape;91;p4">
            <a:extLst xmlns:a="http://schemas.openxmlformats.org/drawingml/2006/main">
              <a:ext uri="{FF2B5EF4-FFF2-40B4-BE49-F238E27FC236}">
                <a16:creationId xmlns:a16="http://schemas.microsoft.com/office/drawing/2014/main" id="{6B1ECBDC-FE43-49F8-A788-AAB136392B18}"/>
              </a:ext>
            </a:extLst>
          </p:cNvPr>
          <p:cNvSpPr>
            <a:spLocks xmlns:a="http://schemas.openxmlformats.org/drawingml/2006/main" noGrp="1"/>
          </p:cNvSpPr>
          <p:nvPr/>
        </p:nvSpPr>
        <p:spPr>
          <a:xfrm xmlns:a="http://schemas.openxmlformats.org/drawingml/2006/main">
            <a:off x="7192252" y="3496084"/>
            <a:ext cx="2033190" cy="830599"/>
          </a:xfrm>
          <a:prstGeom xmlns:a="http://schemas.openxmlformats.org/drawingml/2006/main" prst="roundRect">
            <a:avLst>
              <a:gd name="adj" fmla="val 11468"/>
            </a:avLst>
          </a:prstGeom>
          <a:solidFill xmlns:a="http://schemas.openxmlformats.org/drawingml/2006/main">
            <a:srgbClr val="FBFCFE"/>
          </a:solidFill>
          <a:ln xmlns:a="http://schemas.openxmlformats.org/drawingml/2006/main" w="12700" cap="flat" cmpd="sng">
            <a:solidFill>
              <a:srgbClr val="CBD5E1"/>
            </a:solidFill>
            <a:prstDash val="dash"/>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92" name="Google Shape;92;p4">
            <a:extLst xmlns:a="http://schemas.openxmlformats.org/drawingml/2006/main">
              <a:ext uri="{FF2B5EF4-FFF2-40B4-BE49-F238E27FC236}">
                <a16:creationId xmlns:a16="http://schemas.microsoft.com/office/drawing/2014/main" id="{2487DCBB-F9C4-4E26-8794-5A366CD014A1}"/>
              </a:ext>
            </a:extLst>
          </p:cNvPr>
          <p:cNvSpPr>
            <a:spLocks xmlns:a="http://schemas.openxmlformats.org/drawingml/2006/main" noGrp="1"/>
          </p:cNvSpPr>
          <p:nvPr/>
        </p:nvSpPr>
        <p:spPr>
          <a:xfrm xmlns:a="http://schemas.openxmlformats.org/drawingml/2006/main">
            <a:off x="7400636" y="3679031"/>
            <a:ext cx="1667224" cy="22347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fontScale="93999"/>
          </a:bodyPr>
          <a:lstStyle xmlns:a="http://schemas.openxmlformats.org/drawingml/2006/main">
            <a:defPPr algn="l">
              <a:defRPr sz="1200" b="1">
                <a:solidFill>
                  <a:srgbClr val="1D4ED8"/>
                </a:solidFill>
                <a:latin typeface="IBM Plex Sans KR"/>
                <a:ea typeface="IBM Plex Sans KR"/>
                <a:cs typeface="IBM Plex Sans KR"/>
              </a:defRPr>
            </a:defPPr>
            <a:lvl1pPr algn="l">
              <a:defRPr sz="1200" b="1">
                <a:solidFill>
                  <a:srgbClr val="1D4ED8"/>
                </a:solidFill>
                <a:latin typeface="IBM Plex Sans KR"/>
                <a:ea typeface="IBM Plex Sans KR"/>
                <a:cs typeface="IBM Plex Sans KR"/>
              </a:defRPr>
            </a:lvl1pPr>
            <a:lvl2pPr algn="l">
              <a:defRPr sz="1200" b="1">
                <a:solidFill>
                  <a:srgbClr val="1D4ED8"/>
                </a:solidFill>
                <a:latin typeface="IBM Plex Sans KR"/>
                <a:ea typeface="IBM Plex Sans KR"/>
                <a:cs typeface="IBM Plex Sans KR"/>
              </a:defRPr>
            </a:lvl2pPr>
            <a:lvl3pPr algn="l">
              <a:defRPr sz="1200" b="1">
                <a:solidFill>
                  <a:srgbClr val="1D4ED8"/>
                </a:solidFill>
                <a:latin typeface="IBM Plex Sans KR"/>
                <a:ea typeface="IBM Plex Sans KR"/>
                <a:cs typeface="IBM Plex Sans KR"/>
              </a:defRPr>
            </a:lvl3pPr>
            <a:lvl4pPr algn="l">
              <a:defRPr sz="1200" b="1">
                <a:solidFill>
                  <a:srgbClr val="1D4ED8"/>
                </a:solidFill>
                <a:latin typeface="IBM Plex Sans KR"/>
                <a:ea typeface="IBM Plex Sans KR"/>
                <a:cs typeface="IBM Plex Sans KR"/>
              </a:defRPr>
            </a:lvl4pPr>
            <a:lvl5pPr algn="l">
              <a:defRPr sz="1200" b="1">
                <a:solidFill>
                  <a:srgbClr val="1D4ED8"/>
                </a:solidFill>
                <a:latin typeface="IBM Plex Sans KR"/>
                <a:ea typeface="IBM Plex Sans KR"/>
                <a:cs typeface="IBM Plex Sans KR"/>
              </a:defRPr>
            </a:lvl5pPr>
            <a:lvl6pPr algn="l">
              <a:defRPr sz="1200" b="1">
                <a:solidFill>
                  <a:srgbClr val="1D4ED8"/>
                </a:solidFill>
                <a:latin typeface="IBM Plex Sans KR"/>
                <a:ea typeface="IBM Plex Sans KR"/>
                <a:cs typeface="IBM Plex Sans KR"/>
              </a:defRPr>
            </a:lvl6pPr>
            <a:lvl7pPr algn="l">
              <a:defRPr sz="1200" b="1">
                <a:solidFill>
                  <a:srgbClr val="1D4ED8"/>
                </a:solidFill>
                <a:latin typeface="IBM Plex Sans KR"/>
                <a:ea typeface="IBM Plex Sans KR"/>
                <a:cs typeface="IBM Plex Sans KR"/>
              </a:defRPr>
            </a:lvl7pPr>
            <a:lvl8pPr algn="l">
              <a:defRPr sz="1200" b="1">
                <a:solidFill>
                  <a:srgbClr val="1D4ED8"/>
                </a:solidFill>
                <a:latin typeface="IBM Plex Sans KR"/>
                <a:ea typeface="IBM Plex Sans KR"/>
                <a:cs typeface="IBM Plex Sans KR"/>
              </a:defRPr>
            </a:lvl8pPr>
            <a:lvl9pPr algn="l">
              <a:defRPr sz="1200" b="1">
                <a:solidFill>
                  <a:srgbClr val="1D4ED8"/>
                </a:solidFill>
                <a:latin typeface="IBM Plex Sans KR"/>
                <a:ea typeface="IBM Plex Sans KR"/>
                <a:cs typeface="IBM Plex Sans KR"/>
              </a:defRPr>
            </a:lvl9pPr>
          </a:lstStyle>
          <a:p xmlns:a="http://schemas.openxmlformats.org/drawingml/2006/main">
            <a:pPr marL="0" marR="0" lvl="0" indent="0" algn="l">
              <a:lnSpc>
                <a:spcPct val="130000"/>
              </a:lnSpc>
              <a:spcBef>
                <a:spcPts val="0"/>
              </a:spcBef>
              <a:spcAft>
                <a:spcPts val="0"/>
              </a:spcAft>
              <a:buClr>
                <a:srgbClr val="1D4ED8"/>
              </a:buClr>
              <a:buSzPts val="1200"/>
              <a:buFont typeface="IBM Plex Sans KR"/>
              <a:buNone/>
              <a:defRPr sz="1200" b="1">
                <a:solidFill>
                  <a:srgbClr val="1D4ED8"/>
                </a:solidFill>
                <a:latin typeface="IBM Plex Sans KR"/>
                <a:ea typeface="IBM Plex Sans KR"/>
                <a:cs typeface="IBM Plex Sans KR"/>
              </a:defRPr>
            </a:pPr>
            <a:r>
              <a:rPr sz="1200" b="1" i="0" u="none" strike="noStrike" cap="none">
                <a:solidFill>
                  <a:srgbClr val="1D4ED8"/>
                </a:solidFill>
                <a:latin typeface="IBM Plex Sans KR"/>
                <a:ea typeface="IBM Plex Sans KR"/>
                <a:cs typeface="IBM Plex Sans KR"/>
              </a:rPr>
              <a:t>10/25~26 · 대조</a:t>
            </a:r>
            <a:endParaRPr sz="1200" b="0" i="0" u="none" strike="noStrike" cap="none">
              <a:solidFill>
                <a:schemeClr val="dk1"/>
              </a:solidFill>
              <a:latin typeface="IBM Plex Sans KR"/>
              <a:ea typeface="IBM Plex Sans KR"/>
              <a:cs typeface="IBM Plex Sans KR"/>
            </a:endParaRPr>
          </a:p>
        </p:txBody>
      </p:sp>
      <p:sp>
        <p:nvSpPr>
          <p:cNvPr id="93" name="Google Shape;93;p4">
            <a:extLst xmlns:a="http://schemas.openxmlformats.org/drawingml/2006/main">
              <a:ext uri="{FF2B5EF4-FFF2-40B4-BE49-F238E27FC236}">
                <a16:creationId xmlns:a16="http://schemas.microsoft.com/office/drawing/2014/main" id="{A48714B9-6860-4C18-B1B7-55F64FF93C57}"/>
              </a:ext>
            </a:extLst>
          </p:cNvPr>
          <p:cNvSpPr>
            <a:spLocks xmlns:a="http://schemas.openxmlformats.org/drawingml/2006/main" noGrp="1"/>
          </p:cNvSpPr>
          <p:nvPr/>
        </p:nvSpPr>
        <p:spPr>
          <a:xfrm xmlns:a="http://schemas.openxmlformats.org/drawingml/2006/main">
            <a:off x="7400636" y="3915172"/>
            <a:ext cx="1667224" cy="2539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fontScale="92579"/>
          </a:bodyPr>
          <a:lstStyle xmlns:a="http://schemas.openxmlformats.org/drawingml/2006/main">
            <a:defPPr algn="l">
              <a:defRPr sz="1200">
                <a:solidFill>
                  <a:srgbClr val="1D4ED8"/>
                </a:solidFill>
                <a:latin typeface="IBM Plex Sans KR"/>
                <a:ea typeface="IBM Plex Sans KR"/>
                <a:cs typeface="IBM Plex Sans KR"/>
              </a:defRPr>
            </a:defPPr>
            <a:lvl1pPr algn="l">
              <a:defRPr sz="1200">
                <a:solidFill>
                  <a:srgbClr val="1D4ED8"/>
                </a:solidFill>
                <a:latin typeface="IBM Plex Sans KR"/>
                <a:ea typeface="IBM Plex Sans KR"/>
                <a:cs typeface="IBM Plex Sans KR"/>
              </a:defRPr>
            </a:lvl1pPr>
            <a:lvl2pPr algn="l">
              <a:defRPr sz="1200">
                <a:solidFill>
                  <a:srgbClr val="1D4ED8"/>
                </a:solidFill>
                <a:latin typeface="IBM Plex Sans KR"/>
                <a:ea typeface="IBM Plex Sans KR"/>
                <a:cs typeface="IBM Plex Sans KR"/>
              </a:defRPr>
            </a:lvl2pPr>
            <a:lvl3pPr algn="l">
              <a:defRPr sz="1200">
                <a:solidFill>
                  <a:srgbClr val="1D4ED8"/>
                </a:solidFill>
                <a:latin typeface="IBM Plex Sans KR"/>
                <a:ea typeface="IBM Plex Sans KR"/>
                <a:cs typeface="IBM Plex Sans KR"/>
              </a:defRPr>
            </a:lvl3pPr>
            <a:lvl4pPr algn="l">
              <a:defRPr sz="1200">
                <a:solidFill>
                  <a:srgbClr val="1D4ED8"/>
                </a:solidFill>
                <a:latin typeface="IBM Plex Sans KR"/>
                <a:ea typeface="IBM Plex Sans KR"/>
                <a:cs typeface="IBM Plex Sans KR"/>
              </a:defRPr>
            </a:lvl4pPr>
            <a:lvl5pPr algn="l">
              <a:defRPr sz="1200">
                <a:solidFill>
                  <a:srgbClr val="1D4ED8"/>
                </a:solidFill>
                <a:latin typeface="IBM Plex Sans KR"/>
                <a:ea typeface="IBM Plex Sans KR"/>
                <a:cs typeface="IBM Plex Sans KR"/>
              </a:defRPr>
            </a:lvl5pPr>
            <a:lvl6pPr algn="l">
              <a:defRPr sz="1200">
                <a:solidFill>
                  <a:srgbClr val="1D4ED8"/>
                </a:solidFill>
                <a:latin typeface="IBM Plex Sans KR"/>
                <a:ea typeface="IBM Plex Sans KR"/>
                <a:cs typeface="IBM Plex Sans KR"/>
              </a:defRPr>
            </a:lvl6pPr>
            <a:lvl7pPr algn="l">
              <a:defRPr sz="1200">
                <a:solidFill>
                  <a:srgbClr val="1D4ED8"/>
                </a:solidFill>
                <a:latin typeface="IBM Plex Sans KR"/>
                <a:ea typeface="IBM Plex Sans KR"/>
                <a:cs typeface="IBM Plex Sans KR"/>
              </a:defRPr>
            </a:lvl7pPr>
            <a:lvl8pPr algn="l">
              <a:defRPr sz="1200">
                <a:solidFill>
                  <a:srgbClr val="1D4ED8"/>
                </a:solidFill>
                <a:latin typeface="IBM Plex Sans KR"/>
                <a:ea typeface="IBM Plex Sans KR"/>
                <a:cs typeface="IBM Plex Sans KR"/>
              </a:defRPr>
            </a:lvl8pPr>
            <a:lvl9pPr algn="l">
              <a:defRPr sz="1200">
                <a:solidFill>
                  <a:srgbClr val="1D4ED8"/>
                </a:solidFill>
                <a:latin typeface="IBM Plex Sans KR"/>
                <a:ea typeface="IBM Plex Sans KR"/>
                <a:cs typeface="IBM Plex Sans KR"/>
              </a:defRPr>
            </a:lvl9pPr>
          </a:lstStyle>
          <a:p xmlns:a="http://schemas.openxmlformats.org/drawingml/2006/main">
            <a:pPr marL="0" marR="0" lvl="0" indent="0" algn="l">
              <a:lnSpc>
                <a:spcPct val="150000"/>
              </a:lnSpc>
              <a:spcBef>
                <a:spcPts val="0"/>
              </a:spcBef>
              <a:spcAft>
                <a:spcPts val="0"/>
              </a:spcAft>
              <a:buClr>
                <a:srgbClr val="1D4ED8"/>
              </a:buClr>
              <a:buSzPts val="1200"/>
              <a:buFont typeface="IBM Plex Sans KR"/>
              <a:buNone/>
              <a:defRPr sz="1200">
                <a:solidFill>
                  <a:srgbClr val="1D4ED8"/>
                </a:solidFill>
                <a:latin typeface="IBM Plex Sans KR"/>
                <a:ea typeface="IBM Plex Sans KR"/>
                <a:cs typeface="IBM Plex Sans KR"/>
              </a:defRPr>
            </a:pPr>
            <a:r>
              <a:rPr sz="1200" b="0" i="0" u="none" strike="noStrike" cap="none">
                <a:solidFill>
                  <a:srgbClr val="1D4ED8"/>
                </a:solidFill>
                <a:latin typeface="IBM Plex Sans KR"/>
                <a:ea typeface="IBM Plex Sans KR"/>
                <a:cs typeface="IBM Plex Sans KR"/>
              </a:rPr>
              <a:t>수업·실습 보완</a:t>
            </a:r>
            <a:endParaRPr sz="1200" b="0" i="0" u="none" strike="noStrike" cap="none">
              <a:solidFill>
                <a:schemeClr val="dk1"/>
              </a:solidFill>
              <a:latin typeface="IBM Plex Sans KR"/>
              <a:ea typeface="IBM Plex Sans KR"/>
              <a:cs typeface="IBM Plex Sans KR"/>
            </a:endParaRPr>
          </a:p>
        </p:txBody>
      </p:sp>
      <p:sp>
        <p:nvSpPr>
          <p:cNvPr id="94" name="Google Shape;94;p4">
            <a:extLst xmlns:a="http://schemas.openxmlformats.org/drawingml/2006/main">
              <a:ext uri="{FF2B5EF4-FFF2-40B4-BE49-F238E27FC236}">
                <a16:creationId xmlns:a16="http://schemas.microsoft.com/office/drawing/2014/main" id="{7E9A070E-ABB7-49E3-A153-81E3A1E2A64F}"/>
              </a:ext>
            </a:extLst>
          </p:cNvPr>
          <p:cNvSpPr>
            <a:spLocks xmlns:a="http://schemas.openxmlformats.org/drawingml/2006/main" noGrp="1"/>
          </p:cNvSpPr>
          <p:nvPr/>
        </p:nvSpPr>
        <p:spPr>
          <a:xfrm xmlns:a="http://schemas.openxmlformats.org/drawingml/2006/main">
            <a:off x="9339707" y="3496084"/>
            <a:ext cx="2033190" cy="830599"/>
          </a:xfrm>
          <a:prstGeom xmlns:a="http://schemas.openxmlformats.org/drawingml/2006/main" prst="roundRect">
            <a:avLst>
              <a:gd name="adj" fmla="val 11468"/>
            </a:avLst>
          </a:prstGeom>
          <a:solidFill xmlns:a="http://schemas.openxmlformats.org/drawingml/2006/main">
            <a:srgbClr val="FBFCFE"/>
          </a:solidFill>
          <a:ln xmlns:a="http://schemas.openxmlformats.org/drawingml/2006/main" w="12700" cap="flat" cmpd="sng">
            <a:solidFill>
              <a:srgbClr val="CBD5E1"/>
            </a:solidFill>
            <a:prstDash val="dash"/>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95" name="Google Shape;95;p4">
            <a:extLst xmlns:a="http://schemas.openxmlformats.org/drawingml/2006/main">
              <a:ext uri="{FF2B5EF4-FFF2-40B4-BE49-F238E27FC236}">
                <a16:creationId xmlns:a16="http://schemas.microsoft.com/office/drawing/2014/main" id="{C597C9AE-AB77-4844-B825-03E4089CD7BE}"/>
              </a:ext>
            </a:extLst>
          </p:cNvPr>
          <p:cNvSpPr>
            <a:spLocks xmlns:a="http://schemas.openxmlformats.org/drawingml/2006/main" noGrp="1"/>
          </p:cNvSpPr>
          <p:nvPr/>
        </p:nvSpPr>
        <p:spPr>
          <a:xfrm xmlns:a="http://schemas.openxmlformats.org/drawingml/2006/main">
            <a:off x="9548090" y="3679031"/>
            <a:ext cx="1667224" cy="22347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fontScale="93999"/>
          </a:bodyPr>
          <a:lstStyle xmlns:a="http://schemas.openxmlformats.org/drawingml/2006/main">
            <a:defPPr algn="l">
              <a:defRPr sz="1200" b="1">
                <a:solidFill>
                  <a:srgbClr val="1D4ED8"/>
                </a:solidFill>
                <a:latin typeface="IBM Plex Sans KR"/>
                <a:ea typeface="IBM Plex Sans KR"/>
                <a:cs typeface="IBM Plex Sans KR"/>
              </a:defRPr>
            </a:defPPr>
            <a:lvl1pPr algn="l">
              <a:defRPr sz="1200" b="1">
                <a:solidFill>
                  <a:srgbClr val="1D4ED8"/>
                </a:solidFill>
                <a:latin typeface="IBM Plex Sans KR"/>
                <a:ea typeface="IBM Plex Sans KR"/>
                <a:cs typeface="IBM Plex Sans KR"/>
              </a:defRPr>
            </a:lvl1pPr>
            <a:lvl2pPr algn="l">
              <a:defRPr sz="1200" b="1">
                <a:solidFill>
                  <a:srgbClr val="1D4ED8"/>
                </a:solidFill>
                <a:latin typeface="IBM Plex Sans KR"/>
                <a:ea typeface="IBM Plex Sans KR"/>
                <a:cs typeface="IBM Plex Sans KR"/>
              </a:defRPr>
            </a:lvl2pPr>
            <a:lvl3pPr algn="l">
              <a:defRPr sz="1200" b="1">
                <a:solidFill>
                  <a:srgbClr val="1D4ED8"/>
                </a:solidFill>
                <a:latin typeface="IBM Plex Sans KR"/>
                <a:ea typeface="IBM Plex Sans KR"/>
                <a:cs typeface="IBM Plex Sans KR"/>
              </a:defRPr>
            </a:lvl3pPr>
            <a:lvl4pPr algn="l">
              <a:defRPr sz="1200" b="1">
                <a:solidFill>
                  <a:srgbClr val="1D4ED8"/>
                </a:solidFill>
                <a:latin typeface="IBM Plex Sans KR"/>
                <a:ea typeface="IBM Plex Sans KR"/>
                <a:cs typeface="IBM Plex Sans KR"/>
              </a:defRPr>
            </a:lvl4pPr>
            <a:lvl5pPr algn="l">
              <a:defRPr sz="1200" b="1">
                <a:solidFill>
                  <a:srgbClr val="1D4ED8"/>
                </a:solidFill>
                <a:latin typeface="IBM Plex Sans KR"/>
                <a:ea typeface="IBM Plex Sans KR"/>
                <a:cs typeface="IBM Plex Sans KR"/>
              </a:defRPr>
            </a:lvl5pPr>
            <a:lvl6pPr algn="l">
              <a:defRPr sz="1200" b="1">
                <a:solidFill>
                  <a:srgbClr val="1D4ED8"/>
                </a:solidFill>
                <a:latin typeface="IBM Plex Sans KR"/>
                <a:ea typeface="IBM Plex Sans KR"/>
                <a:cs typeface="IBM Plex Sans KR"/>
              </a:defRPr>
            </a:lvl6pPr>
            <a:lvl7pPr algn="l">
              <a:defRPr sz="1200" b="1">
                <a:solidFill>
                  <a:srgbClr val="1D4ED8"/>
                </a:solidFill>
                <a:latin typeface="IBM Plex Sans KR"/>
                <a:ea typeface="IBM Plex Sans KR"/>
                <a:cs typeface="IBM Plex Sans KR"/>
              </a:defRPr>
            </a:lvl7pPr>
            <a:lvl8pPr algn="l">
              <a:defRPr sz="1200" b="1">
                <a:solidFill>
                  <a:srgbClr val="1D4ED8"/>
                </a:solidFill>
                <a:latin typeface="IBM Plex Sans KR"/>
                <a:ea typeface="IBM Plex Sans KR"/>
                <a:cs typeface="IBM Plex Sans KR"/>
              </a:defRPr>
            </a:lvl8pPr>
            <a:lvl9pPr algn="l">
              <a:defRPr sz="1200" b="1">
                <a:solidFill>
                  <a:srgbClr val="1D4ED8"/>
                </a:solidFill>
                <a:latin typeface="IBM Plex Sans KR"/>
                <a:ea typeface="IBM Plex Sans KR"/>
                <a:cs typeface="IBM Plex Sans KR"/>
              </a:defRPr>
            </a:lvl9pPr>
          </a:lstStyle>
          <a:p xmlns:a="http://schemas.openxmlformats.org/drawingml/2006/main">
            <a:pPr marL="0" marR="0" lvl="0" indent="0" algn="l">
              <a:lnSpc>
                <a:spcPct val="130000"/>
              </a:lnSpc>
              <a:spcBef>
                <a:spcPts val="0"/>
              </a:spcBef>
              <a:spcAft>
                <a:spcPts val="0"/>
              </a:spcAft>
              <a:buClr>
                <a:srgbClr val="1D4ED8"/>
              </a:buClr>
              <a:buSzPts val="1200"/>
              <a:buFont typeface="IBM Plex Sans KR"/>
              <a:buNone/>
              <a:defRPr sz="1200" b="1">
                <a:solidFill>
                  <a:srgbClr val="1D4ED8"/>
                </a:solidFill>
                <a:latin typeface="IBM Plex Sans KR"/>
                <a:ea typeface="IBM Plex Sans KR"/>
                <a:cs typeface="IBM Plex Sans KR"/>
              </a:defRPr>
            </a:pPr>
            <a:r>
              <a:rPr sz="1200" b="1" i="0" u="none" strike="noStrike" cap="none">
                <a:solidFill>
                  <a:srgbClr val="1D4ED8"/>
                </a:solidFill>
                <a:latin typeface="IBM Plex Sans KR"/>
                <a:ea typeface="IBM Plex Sans KR"/>
                <a:cs typeface="IBM Plex Sans KR"/>
              </a:rPr>
              <a:t>10/26 · 최종 통합</a:t>
            </a:r>
            <a:endParaRPr sz="1200" b="0" i="0" u="none" strike="noStrike" cap="none">
              <a:solidFill>
                <a:schemeClr val="dk1"/>
              </a:solidFill>
              <a:latin typeface="IBM Plex Sans KR"/>
              <a:ea typeface="IBM Plex Sans KR"/>
              <a:cs typeface="IBM Plex Sans KR"/>
            </a:endParaRPr>
          </a:p>
        </p:txBody>
      </p:sp>
      <p:sp>
        <p:nvSpPr>
          <p:cNvPr id="96" name="Google Shape;96;p4">
            <a:extLst xmlns:a="http://schemas.openxmlformats.org/drawingml/2006/main">
              <a:ext uri="{FF2B5EF4-FFF2-40B4-BE49-F238E27FC236}">
                <a16:creationId xmlns:a16="http://schemas.microsoft.com/office/drawing/2014/main" id="{08685747-3319-4DDA-A31C-C60EB26A692C}"/>
              </a:ext>
            </a:extLst>
          </p:cNvPr>
          <p:cNvSpPr>
            <a:spLocks xmlns:a="http://schemas.openxmlformats.org/drawingml/2006/main" noGrp="1"/>
          </p:cNvSpPr>
          <p:nvPr/>
        </p:nvSpPr>
        <p:spPr>
          <a:xfrm xmlns:a="http://schemas.openxmlformats.org/drawingml/2006/main">
            <a:off x="9548090" y="3915172"/>
            <a:ext cx="1667224" cy="2539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fontScale="92579"/>
          </a:bodyPr>
          <a:lstStyle xmlns:a="http://schemas.openxmlformats.org/drawingml/2006/main">
            <a:defPPr algn="l">
              <a:defRPr sz="1200">
                <a:solidFill>
                  <a:srgbClr val="1D4ED8"/>
                </a:solidFill>
                <a:latin typeface="IBM Plex Sans KR"/>
                <a:ea typeface="IBM Plex Sans KR"/>
                <a:cs typeface="IBM Plex Sans KR"/>
              </a:defRPr>
            </a:defPPr>
            <a:lvl1pPr algn="l">
              <a:defRPr sz="1200">
                <a:solidFill>
                  <a:srgbClr val="1D4ED8"/>
                </a:solidFill>
                <a:latin typeface="IBM Plex Sans KR"/>
                <a:ea typeface="IBM Plex Sans KR"/>
                <a:cs typeface="IBM Plex Sans KR"/>
              </a:defRPr>
            </a:lvl1pPr>
            <a:lvl2pPr algn="l">
              <a:defRPr sz="1200">
                <a:solidFill>
                  <a:srgbClr val="1D4ED8"/>
                </a:solidFill>
                <a:latin typeface="IBM Plex Sans KR"/>
                <a:ea typeface="IBM Plex Sans KR"/>
                <a:cs typeface="IBM Plex Sans KR"/>
              </a:defRPr>
            </a:lvl2pPr>
            <a:lvl3pPr algn="l">
              <a:defRPr sz="1200">
                <a:solidFill>
                  <a:srgbClr val="1D4ED8"/>
                </a:solidFill>
                <a:latin typeface="IBM Plex Sans KR"/>
                <a:ea typeface="IBM Plex Sans KR"/>
                <a:cs typeface="IBM Plex Sans KR"/>
              </a:defRPr>
            </a:lvl3pPr>
            <a:lvl4pPr algn="l">
              <a:defRPr sz="1200">
                <a:solidFill>
                  <a:srgbClr val="1D4ED8"/>
                </a:solidFill>
                <a:latin typeface="IBM Plex Sans KR"/>
                <a:ea typeface="IBM Plex Sans KR"/>
                <a:cs typeface="IBM Plex Sans KR"/>
              </a:defRPr>
            </a:lvl4pPr>
            <a:lvl5pPr algn="l">
              <a:defRPr sz="1200">
                <a:solidFill>
                  <a:srgbClr val="1D4ED8"/>
                </a:solidFill>
                <a:latin typeface="IBM Plex Sans KR"/>
                <a:ea typeface="IBM Plex Sans KR"/>
                <a:cs typeface="IBM Plex Sans KR"/>
              </a:defRPr>
            </a:lvl5pPr>
            <a:lvl6pPr algn="l">
              <a:defRPr sz="1200">
                <a:solidFill>
                  <a:srgbClr val="1D4ED8"/>
                </a:solidFill>
                <a:latin typeface="IBM Plex Sans KR"/>
                <a:ea typeface="IBM Plex Sans KR"/>
                <a:cs typeface="IBM Plex Sans KR"/>
              </a:defRPr>
            </a:lvl6pPr>
            <a:lvl7pPr algn="l">
              <a:defRPr sz="1200">
                <a:solidFill>
                  <a:srgbClr val="1D4ED8"/>
                </a:solidFill>
                <a:latin typeface="IBM Plex Sans KR"/>
                <a:ea typeface="IBM Plex Sans KR"/>
                <a:cs typeface="IBM Plex Sans KR"/>
              </a:defRPr>
            </a:lvl7pPr>
            <a:lvl8pPr algn="l">
              <a:defRPr sz="1200">
                <a:solidFill>
                  <a:srgbClr val="1D4ED8"/>
                </a:solidFill>
                <a:latin typeface="IBM Plex Sans KR"/>
                <a:ea typeface="IBM Plex Sans KR"/>
                <a:cs typeface="IBM Plex Sans KR"/>
              </a:defRPr>
            </a:lvl8pPr>
            <a:lvl9pPr algn="l">
              <a:defRPr sz="1200">
                <a:solidFill>
                  <a:srgbClr val="1D4ED8"/>
                </a:solidFill>
                <a:latin typeface="IBM Plex Sans KR"/>
                <a:ea typeface="IBM Plex Sans KR"/>
                <a:cs typeface="IBM Plex Sans KR"/>
              </a:defRPr>
            </a:lvl9pPr>
          </a:lstStyle>
          <a:p xmlns:a="http://schemas.openxmlformats.org/drawingml/2006/main">
            <a:pPr marL="0" marR="0" lvl="0" indent="0" algn="l">
              <a:lnSpc>
                <a:spcPct val="150000"/>
              </a:lnSpc>
              <a:spcBef>
                <a:spcPts val="0"/>
              </a:spcBef>
              <a:spcAft>
                <a:spcPts val="0"/>
              </a:spcAft>
              <a:buClr>
                <a:srgbClr val="1D4ED8"/>
              </a:buClr>
              <a:buSzPts val="1200"/>
              <a:buFont typeface="IBM Plex Sans KR"/>
              <a:buNone/>
              <a:defRPr sz="1200">
                <a:solidFill>
                  <a:srgbClr val="1D4ED8"/>
                </a:solidFill>
                <a:latin typeface="IBM Plex Sans KR"/>
                <a:ea typeface="IBM Plex Sans KR"/>
                <a:cs typeface="IBM Plex Sans KR"/>
              </a:defRPr>
            </a:pPr>
            <a:r>
              <a:rPr sz="1200" b="0" i="0" u="none" strike="noStrike" cap="none">
                <a:solidFill>
                  <a:srgbClr val="1D4ED8"/>
                </a:solidFill>
                <a:latin typeface="IBM Plex Sans KR"/>
                <a:ea typeface="IBM Plex Sans KR"/>
                <a:cs typeface="IBM Plex Sans KR"/>
              </a:rPr>
              <a:t>팀원 시안·RAG 반영</a:t>
            </a:r>
            <a:endParaRPr sz="1200" b="0" i="0" u="none" strike="noStrike" cap="none">
              <a:solidFill>
                <a:schemeClr val="dk1"/>
              </a:solidFill>
              <a:latin typeface="IBM Plex Sans KR"/>
              <a:ea typeface="IBM Plex Sans KR"/>
              <a:cs typeface="IBM Plex Sans KR"/>
            </a:endParaRPr>
          </a:p>
        </p:txBody>
      </p:sp>
      <p:sp>
        <p:nvSpPr>
          <p:cNvPr id="97" name="Google Shape;97;p4">
            <a:extLst xmlns:a="http://schemas.openxmlformats.org/drawingml/2006/main">
              <a:ext uri="{FF2B5EF4-FFF2-40B4-BE49-F238E27FC236}">
                <a16:creationId xmlns:a16="http://schemas.microsoft.com/office/drawing/2014/main" id="{93E02ABB-F8FB-48A3-96F7-8942C463E497}"/>
              </a:ext>
            </a:extLst>
          </p:cNvPr>
          <p:cNvSpPr>
            <a:spLocks xmlns:a="http://schemas.openxmlformats.org/drawingml/2006/main" noGrp="1"/>
          </p:cNvSpPr>
          <p:nvPr/>
        </p:nvSpPr>
        <p:spPr>
          <a:xfrm xmlns:a="http://schemas.openxmlformats.org/drawingml/2006/main">
            <a:off x="812752" y="6238334"/>
            <a:ext cx="2518641" cy="23869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marR="0" lvl="0" indent="0" algn="l">
              <a:lnSpc>
                <a:spcPct val="140000"/>
              </a:lnSpc>
              <a:spcBef>
                <a:spcPts val="0"/>
              </a:spcBef>
              <a:spcAft>
                <a:spcPts val="0"/>
              </a:spcAft>
              <a:buClr>
                <a:srgbClr val="1F2937"/>
              </a:buClr>
              <a:buSzPts val="1200"/>
              <a:buFont typeface="IBM Plex Sans KR"/>
              <a:buNone/>
            </a:pPr>
            <a:r>
              <a:rPr sz="1200" b="0" i="0" u="none" strike="noStrike" cap="none">
                <a:solidFill>
                  <a:srgbClr val="1F2937"/>
                </a:solidFill>
                <a:latin typeface="IBM Plex Sans KR"/>
                <a:ea typeface="IBM Plex Sans KR"/>
                <a:cs typeface="IBM Plex Sans KR"/>
              </a:rPr>
              <a:t>AI Agent 미니 프로젝트 결과 발표</a:t>
            </a:r>
            <a:endParaRPr sz="1200" b="0" i="0" u="none" strike="noStrike" cap="none">
              <a:solidFill>
                <a:schemeClr val="dk1"/>
              </a:solidFill>
              <a:latin typeface="IBM Plex Sans KR"/>
              <a:ea typeface="IBM Plex Sans KR"/>
              <a:cs typeface="IBM Plex Sans KR"/>
            </a:endParaRPr>
          </a:p>
        </p:txBody>
      </p:sp>
      <p:sp>
        <p:nvSpPr>
          <p:cNvPr id="98" name="Google Shape;98;p4">
            <a:extLst xmlns:a="http://schemas.openxmlformats.org/drawingml/2006/main">
              <a:ext uri="{FF2B5EF4-FFF2-40B4-BE49-F238E27FC236}">
                <a16:creationId xmlns:a16="http://schemas.microsoft.com/office/drawing/2014/main" id="{69846768-4E23-4A96-BE80-46619E848FC0}"/>
              </a:ext>
            </a:extLst>
          </p:cNvPr>
          <p:cNvSpPr>
            <a:spLocks xmlns:a="http://schemas.openxmlformats.org/drawingml/2006/main" noGrp="1"/>
          </p:cNvSpPr>
          <p:nvPr/>
        </p:nvSpPr>
        <p:spPr>
          <a:xfrm xmlns:a="http://schemas.openxmlformats.org/drawingml/2006/main">
            <a:off x="10974615" y="6238334"/>
            <a:ext cx="485559" cy="23869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marR="0" lvl="0" indent="0" algn="l">
              <a:lnSpc>
                <a:spcPct val="140000"/>
              </a:lnSpc>
              <a:spcBef>
                <a:spcPts val="0"/>
              </a:spcBef>
              <a:spcAft>
                <a:spcPts val="0"/>
              </a:spcAft>
              <a:buClr>
                <a:srgbClr val="1F2937"/>
              </a:buClr>
              <a:buSzPts val="1200"/>
              <a:buFont typeface="IBM Plex Sans KR"/>
              <a:buNone/>
            </a:pPr>
            <a:r>
              <a:rPr sz="1200" b="0" i="0" u="none" strike="noStrike" cap="none">
                <a:solidFill>
                  <a:srgbClr val="1F2937"/>
                </a:solidFill>
                <a:latin typeface="IBM Plex Sans KR"/>
                <a:ea typeface="IBM Plex Sans KR"/>
                <a:cs typeface="IBM Plex Sans KR"/>
              </a:rPr>
              <a:t>4 / 14</a:t>
            </a:r>
            <a:endParaRPr sz="1200" b="0" i="0" u="none" strike="noStrike" cap="none">
              <a:solidFill>
                <a:schemeClr val="dk1"/>
              </a:solidFill>
              <a:latin typeface="IBM Plex Sans KR"/>
              <a:ea typeface="IBM Plex Sans KR"/>
              <a:cs typeface="IBM Plex Sans KR"/>
            </a:endParaRPr>
          </a:p>
        </p:txBody>
      </p:sp>
      <p:sp>
        <p:nvSpPr>
          <p:cNvPr id="99" name="schedule-fact">
            <a:extLst xmlns:a="http://schemas.openxmlformats.org/drawingml/2006/main">
              <a:ext uri="{FF2B5EF4-FFF2-40B4-BE49-F238E27FC236}">
                <a16:creationId xmlns:a16="http://schemas.microsoft.com/office/drawing/2014/main" id="{89F0505D-5884-4909-A57C-5297205B909B}"/>
              </a:ext>
            </a:extLst>
          </p:cNvPr>
          <p:cNvSpPr>
            <a:spLocks xmlns:a="http://schemas.openxmlformats.org/drawingml/2006/main" noGrp="1"/>
          </p:cNvSpPr>
          <p:nvPr/>
        </p:nvSpPr>
        <p:spPr>
          <a:xfrm xmlns:a="http://schemas.openxmlformats.org/drawingml/2006/main">
            <a:off x="1019175" y="4762500"/>
            <a:ext cx="1038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a:solidFill>
                  <a:srgbClr val="303A4C"/>
                </a:solidFill>
                <a:latin typeface="IBM Plex Sans KR"/>
                <a:ea typeface="IBM Plex Sans KR"/>
                <a:cs typeface="IBM Plex Sans KR"/>
              </a:defRPr>
            </a:defPPr>
            <a:lvl1pPr>
              <a:defRPr sz="1200">
                <a:solidFill>
                  <a:srgbClr val="303A4C"/>
                </a:solidFill>
                <a:latin typeface="IBM Plex Sans KR"/>
                <a:ea typeface="IBM Plex Sans KR"/>
                <a:cs typeface="IBM Plex Sans KR"/>
              </a:defRPr>
            </a:lvl1pPr>
            <a:lvl2pPr>
              <a:defRPr sz="1200">
                <a:solidFill>
                  <a:srgbClr val="303A4C"/>
                </a:solidFill>
                <a:latin typeface="IBM Plex Sans KR"/>
                <a:ea typeface="IBM Plex Sans KR"/>
                <a:cs typeface="IBM Plex Sans KR"/>
              </a:defRPr>
            </a:lvl2pPr>
            <a:lvl3pPr>
              <a:defRPr sz="1200">
                <a:solidFill>
                  <a:srgbClr val="303A4C"/>
                </a:solidFill>
                <a:latin typeface="IBM Plex Sans KR"/>
                <a:ea typeface="IBM Plex Sans KR"/>
                <a:cs typeface="IBM Plex Sans KR"/>
              </a:defRPr>
            </a:lvl3pPr>
            <a:lvl4pPr>
              <a:defRPr sz="1200">
                <a:solidFill>
                  <a:srgbClr val="303A4C"/>
                </a:solidFill>
                <a:latin typeface="IBM Plex Sans KR"/>
                <a:ea typeface="IBM Plex Sans KR"/>
                <a:cs typeface="IBM Plex Sans KR"/>
              </a:defRPr>
            </a:lvl4pPr>
            <a:lvl5pPr>
              <a:defRPr sz="1200">
                <a:solidFill>
                  <a:srgbClr val="303A4C"/>
                </a:solidFill>
                <a:latin typeface="IBM Plex Sans KR"/>
                <a:ea typeface="IBM Plex Sans KR"/>
                <a:cs typeface="IBM Plex Sans KR"/>
              </a:defRPr>
            </a:lvl5pPr>
            <a:lvl6pPr>
              <a:defRPr sz="1200">
                <a:solidFill>
                  <a:srgbClr val="303A4C"/>
                </a:solidFill>
                <a:latin typeface="IBM Plex Sans KR"/>
                <a:ea typeface="IBM Plex Sans KR"/>
                <a:cs typeface="IBM Plex Sans KR"/>
              </a:defRPr>
            </a:lvl6pPr>
            <a:lvl7pPr>
              <a:defRPr sz="1200">
                <a:solidFill>
                  <a:srgbClr val="303A4C"/>
                </a:solidFill>
                <a:latin typeface="IBM Plex Sans KR"/>
                <a:ea typeface="IBM Plex Sans KR"/>
                <a:cs typeface="IBM Plex Sans KR"/>
              </a:defRPr>
            </a:lvl7pPr>
            <a:lvl8pPr>
              <a:defRPr sz="1200">
                <a:solidFill>
                  <a:srgbClr val="303A4C"/>
                </a:solidFill>
                <a:latin typeface="IBM Plex Sans KR"/>
                <a:ea typeface="IBM Plex Sans KR"/>
                <a:cs typeface="IBM Plex Sans KR"/>
              </a:defRPr>
            </a:lvl8pPr>
            <a:lvl9pPr>
              <a:defRPr sz="1200">
                <a:solidFill>
                  <a:srgbClr val="303A4C"/>
                </a:solidFill>
                <a:latin typeface="IBM Plex Sans KR"/>
                <a:ea typeface="IBM Plex Sans KR"/>
                <a:cs typeface="IBM Plex Sans KR"/>
              </a:defRPr>
            </a:lvl9pPr>
          </a:lstStyle>
          <a:p xmlns:a="http://schemas.openxmlformats.org/drawingml/2006/main">
            <a:pPr>
              <a:lnSpc>
                <a:spcPct val="115000"/>
              </a:lnSpc>
              <a:buNone/>
              <a:defRPr sz="1200">
                <a:solidFill>
                  <a:srgbClr val="303A4C"/>
                </a:solidFill>
                <a:latin typeface="IBM Plex Sans KR"/>
                <a:ea typeface="IBM Plex Sans KR"/>
                <a:cs typeface="IBM Plex Sans KR"/>
              </a:defRPr>
            </a:pPr>
            <a:r>
              <a:rPr sz="1200">
                <a:solidFill>
                  <a:srgbClr val="303A4C"/>
                </a:solidFill>
                <a:latin typeface="IBM Plex Sans KR"/>
                <a:ea typeface="IBM Plex Sans KR"/>
                <a:cs typeface="IBM Plex Sans KR"/>
              </a:rPr>
              <a:t>10/22 16:35~18:00, 10/23 09:00~12:40은 당초 가용시간(합계 5시간 5분). 이후 기록은 실제 작업 경과다.</a:t>
            </a:r>
          </a:p>
          <a:p xmlns:a="http://schemas.openxmlformats.org/drawingml/2006/main">
            <a:pPr>
              <a:lnSpc>
                <a:spcPct val="115000"/>
              </a:lnSpc>
              <a:buNone/>
              <a:defRPr sz="1200">
                <a:solidFill>
                  <a:srgbClr val="303A4C"/>
                </a:solidFill>
                <a:latin typeface="IBM Plex Sans KR"/>
                <a:ea typeface="IBM Plex Sans KR"/>
                <a:cs typeface="IBM Plex Sans KR"/>
              </a:defRPr>
            </a:pPr>
            <a:r>
              <a:rPr sz="1200">
                <a:solidFill>
                  <a:srgbClr val="303A4C"/>
                </a:solidFill>
                <a:latin typeface="IBM Plex Sans KR"/>
                <a:ea typeface="IBM Plex Sans KR"/>
                <a:cs typeface="IBM Plex Sans KR"/>
              </a:rPr>
              <a:t>기능 동결 뒤 검증을 원칙으로 했으나 수업 대조에서 발견한 누락을 보완했다. 발표 전 팀 검토는 별도다.</a:t>
            </a:r>
          </a:p>
        </p:txBody>
      </p:sp>
    </p:spTree>
    <p:extLst>
      <p:ext uri="{BB962C8B-B14F-4D97-AF65-F5344CB8AC3E}">
        <p14:creationId xmlns:p14="http://schemas.microsoft.com/office/powerpoint/2010/main" val="1576775138"/>
      </p:ext>
    </p:extLst>
  </p:cSld>
</p:sld>
</file>

<file path=ppt/slides/slide5.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104" name="Google Shape;104;p5">
            <a:extLst xmlns:a="http://schemas.openxmlformats.org/drawingml/2006/main">
              <a:ext uri="{FF2B5EF4-FFF2-40B4-BE49-F238E27FC236}">
                <a16:creationId xmlns:a16="http://schemas.microsoft.com/office/drawing/2014/main" id="{FBE4A953-6648-4B9A-84BE-D3E98FB90305}"/>
              </a:ext>
            </a:extLst>
          </p:cNvPr>
          <p:cNvSpPr>
            <a:spLocks xmlns:a="http://schemas.openxmlformats.org/drawingml/2006/main" noGrp="1"/>
          </p:cNvSpPr>
          <p:nvPr/>
        </p:nvSpPr>
        <p:spPr>
          <a:xfrm xmlns:a="http://schemas.openxmlformats.org/drawingml/2006/main">
            <a:off x="812752" y="660378"/>
            <a:ext cx="10883490" cy="20820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marR="0" lvl="0" indent="0" algn="l">
              <a:lnSpc>
                <a:spcPct val="120000"/>
              </a:lnSpc>
              <a:spcBef>
                <a:spcPts val="0"/>
              </a:spcBef>
              <a:spcAft>
                <a:spcPts val="0"/>
              </a:spcAft>
              <a:buClr>
                <a:srgbClr val="1D4ED8"/>
              </a:buClr>
              <a:buSzPts val="1200"/>
              <a:buFont typeface="IBM Plex Sans KR"/>
              <a:buNone/>
            </a:pPr>
            <a:r>
              <a:rPr sz="1200" b="1" i="0" u="none" strike="noStrike" cap="none">
                <a:solidFill>
                  <a:srgbClr val="1D4ED8"/>
                </a:solidFill>
                <a:latin typeface="IBM Plex Sans KR"/>
                <a:ea typeface="IBM Plex Sans KR"/>
                <a:cs typeface="IBM Plex Sans KR"/>
              </a:rPr>
              <a:t>04 · 서비스 시나리오</a:t>
            </a:r>
            <a:endParaRPr sz="1200" b="0" i="0" u="none" strike="noStrike" cap="none">
              <a:solidFill>
                <a:schemeClr val="dk1"/>
              </a:solidFill>
              <a:latin typeface="IBM Plex Sans KR"/>
              <a:ea typeface="IBM Plex Sans KR"/>
              <a:cs typeface="IBM Plex Sans KR"/>
            </a:endParaRPr>
          </a:p>
        </p:txBody>
      </p:sp>
      <p:sp>
        <p:nvSpPr>
          <p:cNvPr id="105" name="Google Shape;105;p5">
            <a:extLst xmlns:a="http://schemas.openxmlformats.org/drawingml/2006/main">
              <a:ext uri="{FF2B5EF4-FFF2-40B4-BE49-F238E27FC236}">
                <a16:creationId xmlns:a16="http://schemas.microsoft.com/office/drawing/2014/main" id="{BC1C5FB1-6A05-4EFE-90A0-C29213136840}"/>
              </a:ext>
            </a:extLst>
          </p:cNvPr>
          <p:cNvSpPr>
            <a:spLocks xmlns:a="http://schemas.openxmlformats.org/drawingml/2006/main" noGrp="1"/>
          </p:cNvSpPr>
          <p:nvPr>
            <p:ph type="title" idx="0"/>
          </p:nvPr>
        </p:nvSpPr>
        <p:spPr>
          <a:xfrm xmlns:a="http://schemas.openxmlformats.org/drawingml/2006/main">
            <a:off x="812752" y="906680"/>
            <a:ext cx="10883490" cy="42161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lvl="0" indent="0" algn="l">
              <a:lnSpc>
                <a:spcPct val="120000"/>
              </a:lnSpc>
              <a:spcBef>
                <a:spcPts val="0"/>
              </a:spcBef>
              <a:spcAft>
                <a:spcPts val="0"/>
              </a:spcAft>
              <a:buClr>
                <a:srgbClr val="1F2937"/>
              </a:buClr>
              <a:buSzPts val="2600"/>
              <a:buFont typeface="IBM Plex Sans KR"/>
              <a:buNone/>
            </a:pPr>
            <a:r>
              <a:rPr sz="2600" b="1" i="0">
                <a:solidFill>
                  <a:srgbClr val="1F2937"/>
                </a:solidFill>
                <a:latin typeface="IBM Plex Sans KR"/>
                <a:ea typeface="IBM Plex Sans KR"/>
                <a:cs typeface="IBM Plex Sans KR"/>
              </a:rPr>
              <a:t>AI Agent 서비스 시나리오</a:t>
            </a:r>
            <a:endParaRPr sz="2600"/>
          </a:p>
        </p:txBody>
      </p:sp>
      <p:sp>
        <p:nvSpPr>
          <p:cNvPr id="106" name="Google Shape;106;p5">
            <a:extLst xmlns:a="http://schemas.openxmlformats.org/drawingml/2006/main">
              <a:ext uri="{FF2B5EF4-FFF2-40B4-BE49-F238E27FC236}">
                <a16:creationId xmlns:a16="http://schemas.microsoft.com/office/drawing/2014/main" id="{6221ECB6-39A2-4614-83FD-4E941F239FF6}"/>
              </a:ext>
            </a:extLst>
          </p:cNvPr>
          <p:cNvSpPr>
            <a:spLocks xmlns:a="http://schemas.openxmlformats.org/drawingml/2006/main" noGrp="1"/>
          </p:cNvSpPr>
          <p:nvPr/>
        </p:nvSpPr>
        <p:spPr>
          <a:xfrm xmlns:a="http://schemas.openxmlformats.org/drawingml/2006/main">
            <a:off x="812752" y="1506082"/>
            <a:ext cx="10566495" cy="3267965"/>
          </a:xfrm>
          <a:prstGeom xmlns:a="http://schemas.openxmlformats.org/drawingml/2006/main" prst="roundRect">
            <a:avLst>
              <a:gd name="adj" fmla="val 3109"/>
            </a:avLst>
          </a:prstGeom>
          <a:solidFill xmlns:a="http://schemas.openxmlformats.org/drawingml/2006/main">
            <a:srgbClr val="EAF0FD"/>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07" name="Google Shape;107;p5">
            <a:extLst xmlns:a="http://schemas.openxmlformats.org/drawingml/2006/main">
              <a:ext uri="{FF2B5EF4-FFF2-40B4-BE49-F238E27FC236}">
                <a16:creationId xmlns:a16="http://schemas.microsoft.com/office/drawing/2014/main" id="{0DF818AB-1F92-4D83-BE9C-0C4086D4FBBF}"/>
              </a:ext>
            </a:extLst>
          </p:cNvPr>
          <p:cNvSpPr>
            <a:spLocks xmlns:a="http://schemas.openxmlformats.org/drawingml/2006/main" noGrp="1"/>
          </p:cNvSpPr>
          <p:nvPr/>
        </p:nvSpPr>
        <p:spPr>
          <a:xfrm xmlns:a="http://schemas.openxmlformats.org/drawingml/2006/main">
            <a:off x="1015940" y="1683832"/>
            <a:ext cx="10464923" cy="22347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marR="0" lvl="0" indent="0" algn="l">
              <a:lnSpc>
                <a:spcPct val="130000"/>
              </a:lnSpc>
              <a:spcBef>
                <a:spcPts val="0"/>
              </a:spcBef>
              <a:spcAft>
                <a:spcPts val="0"/>
              </a:spcAft>
              <a:buClr>
                <a:srgbClr val="1D4ED8"/>
              </a:buClr>
              <a:buSzPts val="1200"/>
              <a:buFont typeface="IBM Plex Sans KR"/>
              <a:buNone/>
            </a:pPr>
            <a:r>
              <a:rPr sz="1200" b="1" i="0" u="none" strike="noStrike" cap="none">
                <a:solidFill>
                  <a:srgbClr val="1D4ED8"/>
                </a:solidFill>
                <a:latin typeface="IBM Plex Sans KR"/>
                <a:ea typeface="IBM Plex Sans KR"/>
                <a:cs typeface="IBM Plex Sans KR"/>
              </a:rPr>
              <a:t>사용 상황</a:t>
            </a:r>
            <a:endParaRPr sz="1200" b="0" i="0" u="none" strike="noStrike" cap="none">
              <a:solidFill>
                <a:schemeClr val="dk1"/>
              </a:solidFill>
              <a:latin typeface="IBM Plex Sans KR"/>
              <a:ea typeface="IBM Plex Sans KR"/>
              <a:cs typeface="IBM Plex Sans KR"/>
            </a:endParaRPr>
          </a:p>
        </p:txBody>
      </p:sp>
      <p:sp>
        <p:nvSpPr>
          <p:cNvPr id="108" name="Google Shape;108;p5">
            <a:extLst xmlns:a="http://schemas.openxmlformats.org/drawingml/2006/main">
              <a:ext uri="{FF2B5EF4-FFF2-40B4-BE49-F238E27FC236}">
                <a16:creationId xmlns:a16="http://schemas.microsoft.com/office/drawing/2014/main" id="{770A7B0F-1429-4EE4-8D5C-5EEB95BC3D1F}"/>
              </a:ext>
            </a:extLst>
          </p:cNvPr>
          <p:cNvSpPr>
            <a:spLocks xmlns:a="http://schemas.openxmlformats.org/drawingml/2006/main" noGrp="1"/>
          </p:cNvSpPr>
          <p:nvPr/>
        </p:nvSpPr>
        <p:spPr>
          <a:xfrm xmlns:a="http://schemas.openxmlformats.org/drawingml/2006/main">
            <a:off x="1015940" y="1932663"/>
            <a:ext cx="10464923" cy="2730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fontScale="91892"/>
          </a:bodyPr>
          <a:lstStyle xmlns:a="http://schemas.openxmlformats.org/drawingml/2006/main">
            <a:defPPr algn="l">
              <a:defRPr sz="1300">
                <a:solidFill>
                  <a:srgbClr val="1D4ED8"/>
                </a:solidFill>
                <a:latin typeface="IBM Plex Sans KR"/>
                <a:ea typeface="IBM Plex Sans KR"/>
                <a:cs typeface="IBM Plex Sans KR"/>
              </a:defRPr>
            </a:defPPr>
            <a:lvl1pPr algn="l">
              <a:defRPr sz="1300">
                <a:solidFill>
                  <a:srgbClr val="1D4ED8"/>
                </a:solidFill>
                <a:latin typeface="IBM Plex Sans KR"/>
                <a:ea typeface="IBM Plex Sans KR"/>
                <a:cs typeface="IBM Plex Sans KR"/>
              </a:defRPr>
            </a:lvl1pPr>
            <a:lvl2pPr algn="l">
              <a:defRPr sz="1300">
                <a:solidFill>
                  <a:srgbClr val="1D4ED8"/>
                </a:solidFill>
                <a:latin typeface="IBM Plex Sans KR"/>
                <a:ea typeface="IBM Plex Sans KR"/>
                <a:cs typeface="IBM Plex Sans KR"/>
              </a:defRPr>
            </a:lvl2pPr>
            <a:lvl3pPr algn="l">
              <a:defRPr sz="1300">
                <a:solidFill>
                  <a:srgbClr val="1D4ED8"/>
                </a:solidFill>
                <a:latin typeface="IBM Plex Sans KR"/>
                <a:ea typeface="IBM Plex Sans KR"/>
                <a:cs typeface="IBM Plex Sans KR"/>
              </a:defRPr>
            </a:lvl3pPr>
            <a:lvl4pPr algn="l">
              <a:defRPr sz="1300">
                <a:solidFill>
                  <a:srgbClr val="1D4ED8"/>
                </a:solidFill>
                <a:latin typeface="IBM Plex Sans KR"/>
                <a:ea typeface="IBM Plex Sans KR"/>
                <a:cs typeface="IBM Plex Sans KR"/>
              </a:defRPr>
            </a:lvl4pPr>
            <a:lvl5pPr algn="l">
              <a:defRPr sz="1300">
                <a:solidFill>
                  <a:srgbClr val="1D4ED8"/>
                </a:solidFill>
                <a:latin typeface="IBM Plex Sans KR"/>
                <a:ea typeface="IBM Plex Sans KR"/>
                <a:cs typeface="IBM Plex Sans KR"/>
              </a:defRPr>
            </a:lvl5pPr>
            <a:lvl6pPr algn="l">
              <a:defRPr sz="1300">
                <a:solidFill>
                  <a:srgbClr val="1D4ED8"/>
                </a:solidFill>
                <a:latin typeface="IBM Plex Sans KR"/>
                <a:ea typeface="IBM Plex Sans KR"/>
                <a:cs typeface="IBM Plex Sans KR"/>
              </a:defRPr>
            </a:lvl6pPr>
            <a:lvl7pPr algn="l">
              <a:defRPr sz="1300">
                <a:solidFill>
                  <a:srgbClr val="1D4ED8"/>
                </a:solidFill>
                <a:latin typeface="IBM Plex Sans KR"/>
                <a:ea typeface="IBM Plex Sans KR"/>
                <a:cs typeface="IBM Plex Sans KR"/>
              </a:defRPr>
            </a:lvl7pPr>
            <a:lvl8pPr algn="l">
              <a:defRPr sz="1300">
                <a:solidFill>
                  <a:srgbClr val="1D4ED8"/>
                </a:solidFill>
                <a:latin typeface="IBM Plex Sans KR"/>
                <a:ea typeface="IBM Plex Sans KR"/>
                <a:cs typeface="IBM Plex Sans KR"/>
              </a:defRPr>
            </a:lvl8pPr>
            <a:lvl9pPr algn="l">
              <a:defRPr sz="1300">
                <a:solidFill>
                  <a:srgbClr val="1D4ED8"/>
                </a:solidFill>
                <a:latin typeface="IBM Plex Sans KR"/>
                <a:ea typeface="IBM Plex Sans KR"/>
                <a:cs typeface="IBM Plex Sans KR"/>
              </a:defRPr>
            </a:lvl9pPr>
          </a:lstStyle>
          <a:p xmlns:a="http://schemas.openxmlformats.org/drawingml/2006/main">
            <a:pPr marL="0" marR="0" lvl="0" indent="0" algn="l">
              <a:lnSpc>
                <a:spcPct val="150000"/>
              </a:lnSpc>
              <a:spcBef>
                <a:spcPts val="0"/>
              </a:spcBef>
              <a:spcAft>
                <a:spcPts val="0"/>
              </a:spcAft>
              <a:buClr>
                <a:srgbClr val="1D4ED8"/>
              </a:buClr>
              <a:buSzPts val="1300"/>
              <a:buFont typeface="IBM Plex Sans KR"/>
              <a:buNone/>
              <a:defRPr sz="1300">
                <a:solidFill>
                  <a:srgbClr val="1D4ED8"/>
                </a:solidFill>
                <a:latin typeface="IBM Plex Sans KR"/>
                <a:ea typeface="IBM Plex Sans KR"/>
                <a:cs typeface="IBM Plex Sans KR"/>
              </a:defRPr>
            </a:pPr>
            <a:r>
              <a:rPr sz="1300" b="0" i="0" u="none" strike="noStrike" cap="none">
                <a:solidFill>
                  <a:srgbClr val="1D4ED8"/>
                </a:solidFill>
                <a:latin typeface="IBM Plex Sans KR"/>
                <a:ea typeface="IBM Plex Sans KR"/>
                <a:cs typeface="IBM Plex Sans KR"/>
              </a:rPr>
              <a:t>가상 학생 김가온: 2024학번 / 컴퓨터공학과 / 전공심화 / 2026-2 재학 / 공학인증 제외</a:t>
            </a:r>
            <a:endParaRPr sz="1300" b="0" i="0" u="none" strike="noStrike" cap="none">
              <a:solidFill>
                <a:schemeClr val="dk1"/>
              </a:solidFill>
              <a:latin typeface="IBM Plex Sans KR"/>
              <a:ea typeface="IBM Plex Sans KR"/>
              <a:cs typeface="IBM Plex Sans KR"/>
            </a:endParaRPr>
          </a:p>
        </p:txBody>
      </p:sp>
      <p:sp>
        <p:nvSpPr>
          <p:cNvPr id="109" name="Google Shape;109;p5">
            <a:extLst xmlns:a="http://schemas.openxmlformats.org/drawingml/2006/main">
              <a:ext uri="{FF2B5EF4-FFF2-40B4-BE49-F238E27FC236}">
                <a16:creationId xmlns:a16="http://schemas.microsoft.com/office/drawing/2014/main" id="{F400FEE8-0F30-4075-8D6C-969D98E803C0}"/>
              </a:ext>
            </a:extLst>
          </p:cNvPr>
          <p:cNvSpPr>
            <a:spLocks xmlns:a="http://schemas.openxmlformats.org/drawingml/2006/main" noGrp="1"/>
          </p:cNvSpPr>
          <p:nvPr/>
        </p:nvSpPr>
        <p:spPr>
          <a:xfrm xmlns:a="http://schemas.openxmlformats.org/drawingml/2006/main">
            <a:off x="812752" y="4977234"/>
            <a:ext cx="2546374" cy="864766"/>
          </a:xfrm>
          <a:prstGeom xmlns:a="http://schemas.openxmlformats.org/drawingml/2006/main" prst="roundRect">
            <a:avLst>
              <a:gd name="adj" fmla="val 11749"/>
            </a:avLst>
          </a:prstGeom>
          <a:solidFill xmlns:a="http://schemas.openxmlformats.org/drawingml/2006/main">
            <a:srgbClr val="EAF0FD"/>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10" name="Google Shape;110;p5">
            <a:extLst xmlns:a="http://schemas.openxmlformats.org/drawingml/2006/main">
              <a:ext uri="{FF2B5EF4-FFF2-40B4-BE49-F238E27FC236}">
                <a16:creationId xmlns:a16="http://schemas.microsoft.com/office/drawing/2014/main" id="{ECE5E6BF-E52A-4BDE-BD9B-135411AA466B}"/>
              </a:ext>
            </a:extLst>
          </p:cNvPr>
          <p:cNvSpPr>
            <a:spLocks xmlns:a="http://schemas.openxmlformats.org/drawingml/2006/main" noGrp="1"/>
          </p:cNvSpPr>
          <p:nvPr/>
        </p:nvSpPr>
        <p:spPr>
          <a:xfrm xmlns:a="http://schemas.openxmlformats.org/drawingml/2006/main">
            <a:off x="1015940" y="5154988"/>
            <a:ext cx="2204198" cy="22347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marR="0" lvl="0" indent="0" algn="l">
              <a:lnSpc>
                <a:spcPct val="130000"/>
              </a:lnSpc>
              <a:spcBef>
                <a:spcPts val="0"/>
              </a:spcBef>
              <a:spcAft>
                <a:spcPts val="0"/>
              </a:spcAft>
              <a:buClr>
                <a:srgbClr val="1D4ED8"/>
              </a:buClr>
              <a:buSzPts val="1200"/>
              <a:buFont typeface="IBM Plex Sans KR"/>
              <a:buNone/>
            </a:pPr>
            <a:r>
              <a:rPr sz="1200" b="1" i="0" u="none" strike="noStrike" cap="none">
                <a:solidFill>
                  <a:srgbClr val="1D4ED8"/>
                </a:solidFill>
                <a:latin typeface="IBM Plex Sans KR"/>
                <a:ea typeface="IBM Plex Sans KR"/>
                <a:cs typeface="IBM Plex Sans KR"/>
              </a:rPr>
              <a:t>1 · 사용자 입력</a:t>
            </a:r>
            <a:endParaRPr sz="1200" b="0" i="0" u="none" strike="noStrike" cap="none">
              <a:solidFill>
                <a:schemeClr val="dk1"/>
              </a:solidFill>
              <a:latin typeface="IBM Plex Sans KR"/>
              <a:ea typeface="IBM Plex Sans KR"/>
              <a:cs typeface="IBM Plex Sans KR"/>
            </a:endParaRPr>
          </a:p>
        </p:txBody>
      </p:sp>
      <p:sp>
        <p:nvSpPr>
          <p:cNvPr id="111" name="Google Shape;111;p5">
            <a:extLst xmlns:a="http://schemas.openxmlformats.org/drawingml/2006/main">
              <a:ext uri="{FF2B5EF4-FFF2-40B4-BE49-F238E27FC236}">
                <a16:creationId xmlns:a16="http://schemas.microsoft.com/office/drawing/2014/main" id="{7195E2DF-D44B-4132-9397-E31C3BE40FE4}"/>
              </a:ext>
            </a:extLst>
          </p:cNvPr>
          <p:cNvSpPr>
            <a:spLocks xmlns:a="http://schemas.openxmlformats.org/drawingml/2006/main" noGrp="1"/>
          </p:cNvSpPr>
          <p:nvPr/>
        </p:nvSpPr>
        <p:spPr>
          <a:xfrm xmlns:a="http://schemas.openxmlformats.org/drawingml/2006/main">
            <a:off x="1015940" y="5416562"/>
            <a:ext cx="2204198" cy="2730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fontScale="91892"/>
          </a:bodyPr>
          <a:lstStyle xmlns:a="http://schemas.openxmlformats.org/drawingml/2006/main">
            <a:defPPr algn="l">
              <a:defRPr sz="1300">
                <a:solidFill>
                  <a:srgbClr val="1D4ED8"/>
                </a:solidFill>
                <a:latin typeface="IBM Plex Sans KR"/>
                <a:ea typeface="IBM Plex Sans KR"/>
                <a:cs typeface="IBM Plex Sans KR"/>
              </a:defRPr>
            </a:defPPr>
            <a:lvl1pPr algn="l">
              <a:defRPr sz="1300">
                <a:solidFill>
                  <a:srgbClr val="1D4ED8"/>
                </a:solidFill>
                <a:latin typeface="IBM Plex Sans KR"/>
                <a:ea typeface="IBM Plex Sans KR"/>
                <a:cs typeface="IBM Plex Sans KR"/>
              </a:defRPr>
            </a:lvl1pPr>
            <a:lvl2pPr algn="l">
              <a:defRPr sz="1300">
                <a:solidFill>
                  <a:srgbClr val="1D4ED8"/>
                </a:solidFill>
                <a:latin typeface="IBM Plex Sans KR"/>
                <a:ea typeface="IBM Plex Sans KR"/>
                <a:cs typeface="IBM Plex Sans KR"/>
              </a:defRPr>
            </a:lvl2pPr>
            <a:lvl3pPr algn="l">
              <a:defRPr sz="1300">
                <a:solidFill>
                  <a:srgbClr val="1D4ED8"/>
                </a:solidFill>
                <a:latin typeface="IBM Plex Sans KR"/>
                <a:ea typeface="IBM Plex Sans KR"/>
                <a:cs typeface="IBM Plex Sans KR"/>
              </a:defRPr>
            </a:lvl3pPr>
            <a:lvl4pPr algn="l">
              <a:defRPr sz="1300">
                <a:solidFill>
                  <a:srgbClr val="1D4ED8"/>
                </a:solidFill>
                <a:latin typeface="IBM Plex Sans KR"/>
                <a:ea typeface="IBM Plex Sans KR"/>
                <a:cs typeface="IBM Plex Sans KR"/>
              </a:defRPr>
            </a:lvl4pPr>
            <a:lvl5pPr algn="l">
              <a:defRPr sz="1300">
                <a:solidFill>
                  <a:srgbClr val="1D4ED8"/>
                </a:solidFill>
                <a:latin typeface="IBM Plex Sans KR"/>
                <a:ea typeface="IBM Plex Sans KR"/>
                <a:cs typeface="IBM Plex Sans KR"/>
              </a:defRPr>
            </a:lvl5pPr>
            <a:lvl6pPr algn="l">
              <a:defRPr sz="1300">
                <a:solidFill>
                  <a:srgbClr val="1D4ED8"/>
                </a:solidFill>
                <a:latin typeface="IBM Plex Sans KR"/>
                <a:ea typeface="IBM Plex Sans KR"/>
                <a:cs typeface="IBM Plex Sans KR"/>
              </a:defRPr>
            </a:lvl6pPr>
            <a:lvl7pPr algn="l">
              <a:defRPr sz="1300">
                <a:solidFill>
                  <a:srgbClr val="1D4ED8"/>
                </a:solidFill>
                <a:latin typeface="IBM Plex Sans KR"/>
                <a:ea typeface="IBM Plex Sans KR"/>
                <a:cs typeface="IBM Plex Sans KR"/>
              </a:defRPr>
            </a:lvl7pPr>
            <a:lvl8pPr algn="l">
              <a:defRPr sz="1300">
                <a:solidFill>
                  <a:srgbClr val="1D4ED8"/>
                </a:solidFill>
                <a:latin typeface="IBM Plex Sans KR"/>
                <a:ea typeface="IBM Plex Sans KR"/>
                <a:cs typeface="IBM Plex Sans KR"/>
              </a:defRPr>
            </a:lvl8pPr>
            <a:lvl9pPr algn="l">
              <a:defRPr sz="1300">
                <a:solidFill>
                  <a:srgbClr val="1D4ED8"/>
                </a:solidFill>
                <a:latin typeface="IBM Plex Sans KR"/>
                <a:ea typeface="IBM Plex Sans KR"/>
                <a:cs typeface="IBM Plex Sans KR"/>
              </a:defRPr>
            </a:lvl9pPr>
          </a:lstStyle>
          <a:p xmlns:a="http://schemas.openxmlformats.org/drawingml/2006/main">
            <a:pPr marL="0" marR="0" lvl="0" indent="0" algn="l">
              <a:lnSpc>
                <a:spcPct val="150000"/>
              </a:lnSpc>
              <a:spcBef>
                <a:spcPts val="0"/>
              </a:spcBef>
              <a:spcAft>
                <a:spcPts val="0"/>
              </a:spcAft>
              <a:buClr>
                <a:srgbClr val="1D4ED8"/>
              </a:buClr>
              <a:buSzPts val="1300"/>
              <a:buFont typeface="IBM Plex Sans KR"/>
              <a:buNone/>
              <a:defRPr sz="1300">
                <a:solidFill>
                  <a:srgbClr val="1D4ED8"/>
                </a:solidFill>
                <a:latin typeface="IBM Plex Sans KR"/>
                <a:ea typeface="IBM Plex Sans KR"/>
                <a:cs typeface="IBM Plex Sans KR"/>
              </a:defRPr>
            </a:pPr>
            <a:r>
              <a:rPr sz="1300" b="0" i="0" u="none" strike="noStrike" cap="none">
                <a:solidFill>
                  <a:srgbClr val="1D4ED8"/>
                </a:solidFill>
                <a:latin typeface="IBM Plex Sans KR"/>
                <a:ea typeface="IBM Plex Sans KR"/>
                <a:cs typeface="IBM Plex Sans KR"/>
              </a:rPr>
              <a:t>“나 졸업 괜찮아?”</a:t>
            </a:r>
            <a:endParaRPr sz="1300" b="0" i="0" u="none" strike="noStrike" cap="none">
              <a:solidFill>
                <a:schemeClr val="dk1"/>
              </a:solidFill>
              <a:latin typeface="IBM Plex Sans KR"/>
              <a:ea typeface="IBM Plex Sans KR"/>
              <a:cs typeface="IBM Plex Sans KR"/>
            </a:endParaRPr>
          </a:p>
        </p:txBody>
      </p:sp>
      <p:sp>
        <p:nvSpPr>
          <p:cNvPr id="112" name="Google Shape;112;p5">
            <a:extLst xmlns:a="http://schemas.openxmlformats.org/drawingml/2006/main">
              <a:ext uri="{FF2B5EF4-FFF2-40B4-BE49-F238E27FC236}">
                <a16:creationId xmlns:a16="http://schemas.microsoft.com/office/drawing/2014/main" id="{27AE8FC3-7913-460D-90F9-7C17F2CDCA89}"/>
              </a:ext>
            </a:extLst>
          </p:cNvPr>
          <p:cNvSpPr>
            <a:spLocks xmlns:a="http://schemas.openxmlformats.org/drawingml/2006/main" noGrp="1"/>
          </p:cNvSpPr>
          <p:nvPr/>
        </p:nvSpPr>
        <p:spPr>
          <a:xfrm xmlns:a="http://schemas.openxmlformats.org/drawingml/2006/main">
            <a:off x="3486126" y="4977234"/>
            <a:ext cx="2546374" cy="864766"/>
          </a:xfrm>
          <a:prstGeom xmlns:a="http://schemas.openxmlformats.org/drawingml/2006/main" prst="roundRect">
            <a:avLst>
              <a:gd name="adj" fmla="val 11749"/>
            </a:avLst>
          </a:prstGeom>
          <a:solidFill xmlns:a="http://schemas.openxmlformats.org/drawingml/2006/main">
            <a:srgbClr val="EAF0FD"/>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13" name="Google Shape;113;p5">
            <a:extLst xmlns:a="http://schemas.openxmlformats.org/drawingml/2006/main">
              <a:ext uri="{FF2B5EF4-FFF2-40B4-BE49-F238E27FC236}">
                <a16:creationId xmlns:a16="http://schemas.microsoft.com/office/drawing/2014/main" id="{D0898F07-13EF-45E5-9608-F39B29F57C82}"/>
              </a:ext>
            </a:extLst>
          </p:cNvPr>
          <p:cNvSpPr>
            <a:spLocks xmlns:a="http://schemas.openxmlformats.org/drawingml/2006/main" noGrp="1"/>
          </p:cNvSpPr>
          <p:nvPr/>
        </p:nvSpPr>
        <p:spPr>
          <a:xfrm xmlns:a="http://schemas.openxmlformats.org/drawingml/2006/main">
            <a:off x="3689314" y="5154988"/>
            <a:ext cx="2204198" cy="22347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marR="0" lvl="0" indent="0" algn="l">
              <a:lnSpc>
                <a:spcPct val="130000"/>
              </a:lnSpc>
              <a:spcBef>
                <a:spcPts val="0"/>
              </a:spcBef>
              <a:spcAft>
                <a:spcPts val="0"/>
              </a:spcAft>
              <a:buClr>
                <a:srgbClr val="1D4ED8"/>
              </a:buClr>
              <a:buSzPts val="1200"/>
              <a:buFont typeface="IBM Plex Sans KR"/>
              <a:buNone/>
            </a:pPr>
            <a:r>
              <a:rPr sz="1200" b="1" i="0" u="none" strike="noStrike" cap="none">
                <a:solidFill>
                  <a:srgbClr val="1D4ED8"/>
                </a:solidFill>
                <a:latin typeface="IBM Plex Sans KR"/>
                <a:ea typeface="IBM Plex Sans KR"/>
                <a:cs typeface="IBM Plex Sans KR"/>
              </a:rPr>
              <a:t>2 · 에이전트 판단</a:t>
            </a:r>
            <a:endParaRPr sz="1200" b="0" i="0" u="none" strike="noStrike" cap="none">
              <a:solidFill>
                <a:schemeClr val="dk1"/>
              </a:solidFill>
              <a:latin typeface="IBM Plex Sans KR"/>
              <a:ea typeface="IBM Plex Sans KR"/>
              <a:cs typeface="IBM Plex Sans KR"/>
            </a:endParaRPr>
          </a:p>
        </p:txBody>
      </p:sp>
      <p:sp>
        <p:nvSpPr>
          <p:cNvPr id="114" name="Google Shape;114;p5">
            <a:extLst xmlns:a="http://schemas.openxmlformats.org/drawingml/2006/main">
              <a:ext uri="{FF2B5EF4-FFF2-40B4-BE49-F238E27FC236}">
                <a16:creationId xmlns:a16="http://schemas.microsoft.com/office/drawing/2014/main" id="{A8C622BE-85A4-4B8E-9264-61234FDF3AAD}"/>
              </a:ext>
            </a:extLst>
          </p:cNvPr>
          <p:cNvSpPr>
            <a:spLocks xmlns:a="http://schemas.openxmlformats.org/drawingml/2006/main" noGrp="1"/>
          </p:cNvSpPr>
          <p:nvPr/>
        </p:nvSpPr>
        <p:spPr>
          <a:xfrm xmlns:a="http://schemas.openxmlformats.org/drawingml/2006/main">
            <a:off x="3689314" y="5416562"/>
            <a:ext cx="2204198" cy="2730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fontScale="91892"/>
          </a:bodyPr>
          <a:lstStyle xmlns:a="http://schemas.openxmlformats.org/drawingml/2006/main">
            <a:defPPr algn="l">
              <a:defRPr sz="1300">
                <a:solidFill>
                  <a:srgbClr val="1D4ED8"/>
                </a:solidFill>
                <a:latin typeface="IBM Plex Sans KR"/>
                <a:ea typeface="IBM Plex Sans KR"/>
                <a:cs typeface="IBM Plex Sans KR"/>
              </a:defRPr>
            </a:defPPr>
            <a:lvl1pPr algn="l">
              <a:defRPr sz="1300">
                <a:solidFill>
                  <a:srgbClr val="1D4ED8"/>
                </a:solidFill>
                <a:latin typeface="IBM Plex Sans KR"/>
                <a:ea typeface="IBM Plex Sans KR"/>
                <a:cs typeface="IBM Plex Sans KR"/>
              </a:defRPr>
            </a:lvl1pPr>
            <a:lvl2pPr algn="l">
              <a:defRPr sz="1300">
                <a:solidFill>
                  <a:srgbClr val="1D4ED8"/>
                </a:solidFill>
                <a:latin typeface="IBM Plex Sans KR"/>
                <a:ea typeface="IBM Plex Sans KR"/>
                <a:cs typeface="IBM Plex Sans KR"/>
              </a:defRPr>
            </a:lvl2pPr>
            <a:lvl3pPr algn="l">
              <a:defRPr sz="1300">
                <a:solidFill>
                  <a:srgbClr val="1D4ED8"/>
                </a:solidFill>
                <a:latin typeface="IBM Plex Sans KR"/>
                <a:ea typeface="IBM Plex Sans KR"/>
                <a:cs typeface="IBM Plex Sans KR"/>
              </a:defRPr>
            </a:lvl3pPr>
            <a:lvl4pPr algn="l">
              <a:defRPr sz="1300">
                <a:solidFill>
                  <a:srgbClr val="1D4ED8"/>
                </a:solidFill>
                <a:latin typeface="IBM Plex Sans KR"/>
                <a:ea typeface="IBM Plex Sans KR"/>
                <a:cs typeface="IBM Plex Sans KR"/>
              </a:defRPr>
            </a:lvl4pPr>
            <a:lvl5pPr algn="l">
              <a:defRPr sz="1300">
                <a:solidFill>
                  <a:srgbClr val="1D4ED8"/>
                </a:solidFill>
                <a:latin typeface="IBM Plex Sans KR"/>
                <a:ea typeface="IBM Plex Sans KR"/>
                <a:cs typeface="IBM Plex Sans KR"/>
              </a:defRPr>
            </a:lvl5pPr>
            <a:lvl6pPr algn="l">
              <a:defRPr sz="1300">
                <a:solidFill>
                  <a:srgbClr val="1D4ED8"/>
                </a:solidFill>
                <a:latin typeface="IBM Plex Sans KR"/>
                <a:ea typeface="IBM Plex Sans KR"/>
                <a:cs typeface="IBM Plex Sans KR"/>
              </a:defRPr>
            </a:lvl6pPr>
            <a:lvl7pPr algn="l">
              <a:defRPr sz="1300">
                <a:solidFill>
                  <a:srgbClr val="1D4ED8"/>
                </a:solidFill>
                <a:latin typeface="IBM Plex Sans KR"/>
                <a:ea typeface="IBM Plex Sans KR"/>
                <a:cs typeface="IBM Plex Sans KR"/>
              </a:defRPr>
            </a:lvl7pPr>
            <a:lvl8pPr algn="l">
              <a:defRPr sz="1300">
                <a:solidFill>
                  <a:srgbClr val="1D4ED8"/>
                </a:solidFill>
                <a:latin typeface="IBM Plex Sans KR"/>
                <a:ea typeface="IBM Plex Sans KR"/>
                <a:cs typeface="IBM Plex Sans KR"/>
              </a:defRPr>
            </a:lvl8pPr>
            <a:lvl9pPr algn="l">
              <a:defRPr sz="1300">
                <a:solidFill>
                  <a:srgbClr val="1D4ED8"/>
                </a:solidFill>
                <a:latin typeface="IBM Plex Sans KR"/>
                <a:ea typeface="IBM Plex Sans KR"/>
                <a:cs typeface="IBM Plex Sans KR"/>
              </a:defRPr>
            </a:lvl9pPr>
          </a:lstStyle>
          <a:p xmlns:a="http://schemas.openxmlformats.org/drawingml/2006/main">
            <a:pPr marL="0" marR="0" lvl="0" indent="0" algn="l">
              <a:lnSpc>
                <a:spcPct val="150000"/>
              </a:lnSpc>
              <a:spcBef>
                <a:spcPts val="0"/>
              </a:spcBef>
              <a:spcAft>
                <a:spcPts val="0"/>
              </a:spcAft>
              <a:buClr>
                <a:srgbClr val="1D4ED8"/>
              </a:buClr>
              <a:buSzPts val="1300"/>
              <a:buFont typeface="IBM Plex Sans KR"/>
              <a:buNone/>
              <a:defRPr sz="1300">
                <a:solidFill>
                  <a:srgbClr val="1D4ED8"/>
                </a:solidFill>
                <a:latin typeface="IBM Plex Sans KR"/>
                <a:ea typeface="IBM Plex Sans KR"/>
                <a:cs typeface="IBM Plex Sans KR"/>
              </a:defRPr>
            </a:pPr>
            <a:r>
              <a:rPr sz="1300" b="0" i="0" u="none" strike="noStrike" cap="none">
                <a:solidFill>
                  <a:srgbClr val="1D4ED8"/>
                </a:solidFill>
                <a:latin typeface="IBM Plex Sans KR"/>
                <a:ea typeface="IBM Plex Sans KR"/>
                <a:cs typeface="IBM Plex Sans KR"/>
              </a:rPr>
              <a:t>진단·계획 경로 선택</a:t>
            </a:r>
            <a:endParaRPr sz="1300" b="0" i="0" u="none" strike="noStrike" cap="none">
              <a:solidFill>
                <a:schemeClr val="dk1"/>
              </a:solidFill>
              <a:latin typeface="IBM Plex Sans KR"/>
              <a:ea typeface="IBM Plex Sans KR"/>
              <a:cs typeface="IBM Plex Sans KR"/>
            </a:endParaRPr>
          </a:p>
        </p:txBody>
      </p:sp>
      <p:sp>
        <p:nvSpPr>
          <p:cNvPr id="115" name="Google Shape;115;p5">
            <a:extLst xmlns:a="http://schemas.openxmlformats.org/drawingml/2006/main">
              <a:ext uri="{FF2B5EF4-FFF2-40B4-BE49-F238E27FC236}">
                <a16:creationId xmlns:a16="http://schemas.microsoft.com/office/drawing/2014/main" id="{6697B434-C2BE-4F53-8C10-5107AAB835CB}"/>
              </a:ext>
            </a:extLst>
          </p:cNvPr>
          <p:cNvSpPr>
            <a:spLocks xmlns:a="http://schemas.openxmlformats.org/drawingml/2006/main" noGrp="1"/>
          </p:cNvSpPr>
          <p:nvPr/>
        </p:nvSpPr>
        <p:spPr>
          <a:xfrm xmlns:a="http://schemas.openxmlformats.org/drawingml/2006/main">
            <a:off x="6159500" y="4977234"/>
            <a:ext cx="2546374" cy="864766"/>
          </a:xfrm>
          <a:prstGeom xmlns:a="http://schemas.openxmlformats.org/drawingml/2006/main" prst="roundRect">
            <a:avLst>
              <a:gd name="adj" fmla="val 11749"/>
            </a:avLst>
          </a:prstGeom>
          <a:solidFill xmlns:a="http://schemas.openxmlformats.org/drawingml/2006/main">
            <a:srgbClr val="EAF0FD"/>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16" name="Google Shape;116;p5">
            <a:extLst xmlns:a="http://schemas.openxmlformats.org/drawingml/2006/main">
              <a:ext uri="{FF2B5EF4-FFF2-40B4-BE49-F238E27FC236}">
                <a16:creationId xmlns:a16="http://schemas.microsoft.com/office/drawing/2014/main" id="{08A2D2CC-9991-4AB1-9428-FE53987B3253}"/>
              </a:ext>
            </a:extLst>
          </p:cNvPr>
          <p:cNvSpPr>
            <a:spLocks xmlns:a="http://schemas.openxmlformats.org/drawingml/2006/main" noGrp="1"/>
          </p:cNvSpPr>
          <p:nvPr/>
        </p:nvSpPr>
        <p:spPr>
          <a:xfrm xmlns:a="http://schemas.openxmlformats.org/drawingml/2006/main">
            <a:off x="6362688" y="5154988"/>
            <a:ext cx="2204198" cy="22347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marR="0" lvl="0" indent="0" algn="l">
              <a:lnSpc>
                <a:spcPct val="130000"/>
              </a:lnSpc>
              <a:spcBef>
                <a:spcPts val="0"/>
              </a:spcBef>
              <a:spcAft>
                <a:spcPts val="0"/>
              </a:spcAft>
              <a:buClr>
                <a:srgbClr val="1D4ED8"/>
              </a:buClr>
              <a:buSzPts val="1200"/>
              <a:buFont typeface="IBM Plex Sans KR"/>
              <a:buNone/>
            </a:pPr>
            <a:r>
              <a:rPr sz="1200" b="1" i="0" u="none" strike="noStrike" cap="none">
                <a:solidFill>
                  <a:srgbClr val="1D4ED8"/>
                </a:solidFill>
                <a:latin typeface="IBM Plex Sans KR"/>
                <a:ea typeface="IBM Plex Sans KR"/>
                <a:cs typeface="IBM Plex Sans KR"/>
              </a:rPr>
              <a:t>3 · 실행</a:t>
            </a:r>
            <a:endParaRPr sz="1200" b="0" i="0" u="none" strike="noStrike" cap="none">
              <a:solidFill>
                <a:schemeClr val="dk1"/>
              </a:solidFill>
              <a:latin typeface="IBM Plex Sans KR"/>
              <a:ea typeface="IBM Plex Sans KR"/>
              <a:cs typeface="IBM Plex Sans KR"/>
            </a:endParaRPr>
          </a:p>
        </p:txBody>
      </p:sp>
      <p:sp>
        <p:nvSpPr>
          <p:cNvPr id="117" name="Google Shape;117;p5">
            <a:extLst xmlns:a="http://schemas.openxmlformats.org/drawingml/2006/main">
              <a:ext uri="{FF2B5EF4-FFF2-40B4-BE49-F238E27FC236}">
                <a16:creationId xmlns:a16="http://schemas.microsoft.com/office/drawing/2014/main" id="{FC326104-3314-4DD3-BC77-BEF7768D0EFD}"/>
              </a:ext>
            </a:extLst>
          </p:cNvPr>
          <p:cNvSpPr>
            <a:spLocks xmlns:a="http://schemas.openxmlformats.org/drawingml/2006/main" noGrp="1"/>
          </p:cNvSpPr>
          <p:nvPr/>
        </p:nvSpPr>
        <p:spPr>
          <a:xfrm xmlns:a="http://schemas.openxmlformats.org/drawingml/2006/main">
            <a:off x="6362688" y="5416562"/>
            <a:ext cx="2204198" cy="2730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fontScale="91892"/>
          </a:bodyPr>
          <a:lstStyle xmlns:a="http://schemas.openxmlformats.org/drawingml/2006/main">
            <a:defPPr algn="l">
              <a:defRPr sz="1300">
                <a:solidFill>
                  <a:srgbClr val="1D4ED8"/>
                </a:solidFill>
                <a:latin typeface="IBM Plex Sans KR"/>
                <a:ea typeface="IBM Plex Sans KR"/>
                <a:cs typeface="IBM Plex Sans KR"/>
              </a:defRPr>
            </a:defPPr>
            <a:lvl1pPr algn="l">
              <a:defRPr sz="1300">
                <a:solidFill>
                  <a:srgbClr val="1D4ED8"/>
                </a:solidFill>
                <a:latin typeface="IBM Plex Sans KR"/>
                <a:ea typeface="IBM Plex Sans KR"/>
                <a:cs typeface="IBM Plex Sans KR"/>
              </a:defRPr>
            </a:lvl1pPr>
            <a:lvl2pPr algn="l">
              <a:defRPr sz="1300">
                <a:solidFill>
                  <a:srgbClr val="1D4ED8"/>
                </a:solidFill>
                <a:latin typeface="IBM Plex Sans KR"/>
                <a:ea typeface="IBM Plex Sans KR"/>
                <a:cs typeface="IBM Plex Sans KR"/>
              </a:defRPr>
            </a:lvl2pPr>
            <a:lvl3pPr algn="l">
              <a:defRPr sz="1300">
                <a:solidFill>
                  <a:srgbClr val="1D4ED8"/>
                </a:solidFill>
                <a:latin typeface="IBM Plex Sans KR"/>
                <a:ea typeface="IBM Plex Sans KR"/>
                <a:cs typeface="IBM Plex Sans KR"/>
              </a:defRPr>
            </a:lvl3pPr>
            <a:lvl4pPr algn="l">
              <a:defRPr sz="1300">
                <a:solidFill>
                  <a:srgbClr val="1D4ED8"/>
                </a:solidFill>
                <a:latin typeface="IBM Plex Sans KR"/>
                <a:ea typeface="IBM Plex Sans KR"/>
                <a:cs typeface="IBM Plex Sans KR"/>
              </a:defRPr>
            </a:lvl4pPr>
            <a:lvl5pPr algn="l">
              <a:defRPr sz="1300">
                <a:solidFill>
                  <a:srgbClr val="1D4ED8"/>
                </a:solidFill>
                <a:latin typeface="IBM Plex Sans KR"/>
                <a:ea typeface="IBM Plex Sans KR"/>
                <a:cs typeface="IBM Plex Sans KR"/>
              </a:defRPr>
            </a:lvl5pPr>
            <a:lvl6pPr algn="l">
              <a:defRPr sz="1300">
                <a:solidFill>
                  <a:srgbClr val="1D4ED8"/>
                </a:solidFill>
                <a:latin typeface="IBM Plex Sans KR"/>
                <a:ea typeface="IBM Plex Sans KR"/>
                <a:cs typeface="IBM Plex Sans KR"/>
              </a:defRPr>
            </a:lvl6pPr>
            <a:lvl7pPr algn="l">
              <a:defRPr sz="1300">
                <a:solidFill>
                  <a:srgbClr val="1D4ED8"/>
                </a:solidFill>
                <a:latin typeface="IBM Plex Sans KR"/>
                <a:ea typeface="IBM Plex Sans KR"/>
                <a:cs typeface="IBM Plex Sans KR"/>
              </a:defRPr>
            </a:lvl7pPr>
            <a:lvl8pPr algn="l">
              <a:defRPr sz="1300">
                <a:solidFill>
                  <a:srgbClr val="1D4ED8"/>
                </a:solidFill>
                <a:latin typeface="IBM Plex Sans KR"/>
                <a:ea typeface="IBM Plex Sans KR"/>
                <a:cs typeface="IBM Plex Sans KR"/>
              </a:defRPr>
            </a:lvl8pPr>
            <a:lvl9pPr algn="l">
              <a:defRPr sz="1300">
                <a:solidFill>
                  <a:srgbClr val="1D4ED8"/>
                </a:solidFill>
                <a:latin typeface="IBM Plex Sans KR"/>
                <a:ea typeface="IBM Plex Sans KR"/>
                <a:cs typeface="IBM Plex Sans KR"/>
              </a:defRPr>
            </a:lvl9pPr>
          </a:lstStyle>
          <a:p xmlns:a="http://schemas.openxmlformats.org/drawingml/2006/main">
            <a:pPr marL="0" marR="0" lvl="0" indent="0" algn="l">
              <a:lnSpc>
                <a:spcPct val="150000"/>
              </a:lnSpc>
              <a:spcBef>
                <a:spcPts val="0"/>
              </a:spcBef>
              <a:spcAft>
                <a:spcPts val="0"/>
              </a:spcAft>
              <a:buClr>
                <a:srgbClr val="1D4ED8"/>
              </a:buClr>
              <a:buSzPts val="1300"/>
              <a:buFont typeface="IBM Plex Sans KR"/>
              <a:buNone/>
              <a:defRPr sz="1300">
                <a:solidFill>
                  <a:srgbClr val="1D4ED8"/>
                </a:solidFill>
                <a:latin typeface="IBM Plex Sans KR"/>
                <a:ea typeface="IBM Plex Sans KR"/>
                <a:cs typeface="IBM Plex Sans KR"/>
              </a:defRPr>
            </a:pPr>
            <a:r>
              <a:rPr sz="1300" b="0" i="0" u="none" strike="noStrike" cap="none">
                <a:solidFill>
                  <a:srgbClr val="1D4ED8"/>
                </a:solidFill>
                <a:latin typeface="IBM Plex Sans KR"/>
                <a:ea typeface="IBM Plex Sans KR"/>
                <a:cs typeface="IBM Plex Sans KR"/>
              </a:rPr>
              <a:t>규칙으로 학점·요건 계산</a:t>
            </a:r>
            <a:endParaRPr sz="1300" b="0" i="0" u="none" strike="noStrike" cap="none">
              <a:solidFill>
                <a:schemeClr val="dk1"/>
              </a:solidFill>
              <a:latin typeface="IBM Plex Sans KR"/>
              <a:ea typeface="IBM Plex Sans KR"/>
              <a:cs typeface="IBM Plex Sans KR"/>
            </a:endParaRPr>
          </a:p>
        </p:txBody>
      </p:sp>
      <p:sp>
        <p:nvSpPr>
          <p:cNvPr id="118" name="Google Shape;118;p5">
            <a:extLst xmlns:a="http://schemas.openxmlformats.org/drawingml/2006/main">
              <a:ext uri="{FF2B5EF4-FFF2-40B4-BE49-F238E27FC236}">
                <a16:creationId xmlns:a16="http://schemas.microsoft.com/office/drawing/2014/main" id="{473D952B-68BE-4673-8929-BCAE1B053778}"/>
              </a:ext>
            </a:extLst>
          </p:cNvPr>
          <p:cNvSpPr>
            <a:spLocks xmlns:a="http://schemas.openxmlformats.org/drawingml/2006/main" noGrp="1"/>
          </p:cNvSpPr>
          <p:nvPr/>
        </p:nvSpPr>
        <p:spPr>
          <a:xfrm xmlns:a="http://schemas.openxmlformats.org/drawingml/2006/main">
            <a:off x="8832873" y="4977234"/>
            <a:ext cx="2546374" cy="864766"/>
          </a:xfrm>
          <a:prstGeom xmlns:a="http://schemas.openxmlformats.org/drawingml/2006/main" prst="roundRect">
            <a:avLst>
              <a:gd name="adj" fmla="val 11749"/>
            </a:avLst>
          </a:prstGeom>
          <a:solidFill xmlns:a="http://schemas.openxmlformats.org/drawingml/2006/main">
            <a:srgbClr val="EAF0FD"/>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19" name="Google Shape;119;p5">
            <a:extLst xmlns:a="http://schemas.openxmlformats.org/drawingml/2006/main">
              <a:ext uri="{FF2B5EF4-FFF2-40B4-BE49-F238E27FC236}">
                <a16:creationId xmlns:a16="http://schemas.microsoft.com/office/drawing/2014/main" id="{FF06713A-C149-446D-B4F1-EBA320E057A6}"/>
              </a:ext>
            </a:extLst>
          </p:cNvPr>
          <p:cNvSpPr>
            <a:spLocks xmlns:a="http://schemas.openxmlformats.org/drawingml/2006/main" noGrp="1"/>
          </p:cNvSpPr>
          <p:nvPr/>
        </p:nvSpPr>
        <p:spPr>
          <a:xfrm xmlns:a="http://schemas.openxmlformats.org/drawingml/2006/main">
            <a:off x="9036062" y="5154988"/>
            <a:ext cx="2204198" cy="22347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marR="0" lvl="0" indent="0" algn="l">
              <a:lnSpc>
                <a:spcPct val="130000"/>
              </a:lnSpc>
              <a:spcBef>
                <a:spcPts val="0"/>
              </a:spcBef>
              <a:spcAft>
                <a:spcPts val="0"/>
              </a:spcAft>
              <a:buClr>
                <a:srgbClr val="1D4ED8"/>
              </a:buClr>
              <a:buSzPts val="1200"/>
              <a:buFont typeface="IBM Plex Sans KR"/>
              <a:buNone/>
            </a:pPr>
            <a:r>
              <a:rPr sz="1200" b="1" i="0" u="none" strike="noStrike" cap="none">
                <a:solidFill>
                  <a:srgbClr val="1D4ED8"/>
                </a:solidFill>
                <a:latin typeface="IBM Plex Sans KR"/>
                <a:ea typeface="IBM Plex Sans KR"/>
                <a:cs typeface="IBM Plex Sans KR"/>
              </a:rPr>
              <a:t>4 · 답변·결과</a:t>
            </a:r>
            <a:endParaRPr sz="1200" b="0" i="0" u="none" strike="noStrike" cap="none">
              <a:solidFill>
                <a:schemeClr val="dk1"/>
              </a:solidFill>
              <a:latin typeface="IBM Plex Sans KR"/>
              <a:ea typeface="IBM Plex Sans KR"/>
              <a:cs typeface="IBM Plex Sans KR"/>
            </a:endParaRPr>
          </a:p>
        </p:txBody>
      </p:sp>
      <p:sp>
        <p:nvSpPr>
          <p:cNvPr id="120" name="Google Shape;120;p5">
            <a:extLst xmlns:a="http://schemas.openxmlformats.org/drawingml/2006/main">
              <a:ext uri="{FF2B5EF4-FFF2-40B4-BE49-F238E27FC236}">
                <a16:creationId xmlns:a16="http://schemas.microsoft.com/office/drawing/2014/main" id="{CD07F0E5-3CF5-4725-93BB-51F1757604FA}"/>
              </a:ext>
            </a:extLst>
          </p:cNvPr>
          <p:cNvSpPr>
            <a:spLocks xmlns:a="http://schemas.openxmlformats.org/drawingml/2006/main" noGrp="1"/>
          </p:cNvSpPr>
          <p:nvPr/>
        </p:nvSpPr>
        <p:spPr>
          <a:xfrm xmlns:a="http://schemas.openxmlformats.org/drawingml/2006/main">
            <a:off x="9036062" y="5416562"/>
            <a:ext cx="2204198" cy="2730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fontScale="91892"/>
          </a:bodyPr>
          <a:lstStyle xmlns:a="http://schemas.openxmlformats.org/drawingml/2006/main">
            <a:defPPr algn="l">
              <a:defRPr sz="1300">
                <a:solidFill>
                  <a:srgbClr val="1D4ED8"/>
                </a:solidFill>
                <a:latin typeface="IBM Plex Sans KR"/>
                <a:ea typeface="IBM Plex Sans KR"/>
                <a:cs typeface="IBM Plex Sans KR"/>
              </a:defRPr>
            </a:defPPr>
            <a:lvl1pPr algn="l">
              <a:defRPr sz="1300">
                <a:solidFill>
                  <a:srgbClr val="1D4ED8"/>
                </a:solidFill>
                <a:latin typeface="IBM Plex Sans KR"/>
                <a:ea typeface="IBM Plex Sans KR"/>
                <a:cs typeface="IBM Plex Sans KR"/>
              </a:defRPr>
            </a:lvl1pPr>
            <a:lvl2pPr algn="l">
              <a:defRPr sz="1300">
                <a:solidFill>
                  <a:srgbClr val="1D4ED8"/>
                </a:solidFill>
                <a:latin typeface="IBM Plex Sans KR"/>
                <a:ea typeface="IBM Plex Sans KR"/>
                <a:cs typeface="IBM Plex Sans KR"/>
              </a:defRPr>
            </a:lvl2pPr>
            <a:lvl3pPr algn="l">
              <a:defRPr sz="1300">
                <a:solidFill>
                  <a:srgbClr val="1D4ED8"/>
                </a:solidFill>
                <a:latin typeface="IBM Plex Sans KR"/>
                <a:ea typeface="IBM Plex Sans KR"/>
                <a:cs typeface="IBM Plex Sans KR"/>
              </a:defRPr>
            </a:lvl3pPr>
            <a:lvl4pPr algn="l">
              <a:defRPr sz="1300">
                <a:solidFill>
                  <a:srgbClr val="1D4ED8"/>
                </a:solidFill>
                <a:latin typeface="IBM Plex Sans KR"/>
                <a:ea typeface="IBM Plex Sans KR"/>
                <a:cs typeface="IBM Plex Sans KR"/>
              </a:defRPr>
            </a:lvl4pPr>
            <a:lvl5pPr algn="l">
              <a:defRPr sz="1300">
                <a:solidFill>
                  <a:srgbClr val="1D4ED8"/>
                </a:solidFill>
                <a:latin typeface="IBM Plex Sans KR"/>
                <a:ea typeface="IBM Plex Sans KR"/>
                <a:cs typeface="IBM Plex Sans KR"/>
              </a:defRPr>
            </a:lvl5pPr>
            <a:lvl6pPr algn="l">
              <a:defRPr sz="1300">
                <a:solidFill>
                  <a:srgbClr val="1D4ED8"/>
                </a:solidFill>
                <a:latin typeface="IBM Plex Sans KR"/>
                <a:ea typeface="IBM Plex Sans KR"/>
                <a:cs typeface="IBM Plex Sans KR"/>
              </a:defRPr>
            </a:lvl6pPr>
            <a:lvl7pPr algn="l">
              <a:defRPr sz="1300">
                <a:solidFill>
                  <a:srgbClr val="1D4ED8"/>
                </a:solidFill>
                <a:latin typeface="IBM Plex Sans KR"/>
                <a:ea typeface="IBM Plex Sans KR"/>
                <a:cs typeface="IBM Plex Sans KR"/>
              </a:defRPr>
            </a:lvl7pPr>
            <a:lvl8pPr algn="l">
              <a:defRPr sz="1300">
                <a:solidFill>
                  <a:srgbClr val="1D4ED8"/>
                </a:solidFill>
                <a:latin typeface="IBM Plex Sans KR"/>
                <a:ea typeface="IBM Plex Sans KR"/>
                <a:cs typeface="IBM Plex Sans KR"/>
              </a:defRPr>
            </a:lvl8pPr>
            <a:lvl9pPr algn="l">
              <a:defRPr sz="1300">
                <a:solidFill>
                  <a:srgbClr val="1D4ED8"/>
                </a:solidFill>
                <a:latin typeface="IBM Plex Sans KR"/>
                <a:ea typeface="IBM Plex Sans KR"/>
                <a:cs typeface="IBM Plex Sans KR"/>
              </a:defRPr>
            </a:lvl9pPr>
          </a:lstStyle>
          <a:p xmlns:a="http://schemas.openxmlformats.org/drawingml/2006/main">
            <a:pPr marL="0" marR="0" lvl="0" indent="0" algn="l">
              <a:lnSpc>
                <a:spcPct val="150000"/>
              </a:lnSpc>
              <a:spcBef>
                <a:spcPts val="0"/>
              </a:spcBef>
              <a:spcAft>
                <a:spcPts val="0"/>
              </a:spcAft>
              <a:buClr>
                <a:srgbClr val="1D4ED8"/>
              </a:buClr>
              <a:buSzPts val="1300"/>
              <a:buFont typeface="IBM Plex Sans KR"/>
              <a:buNone/>
              <a:defRPr sz="1300">
                <a:solidFill>
                  <a:srgbClr val="1D4ED8"/>
                </a:solidFill>
                <a:latin typeface="IBM Plex Sans KR"/>
                <a:ea typeface="IBM Plex Sans KR"/>
                <a:cs typeface="IBM Plex Sans KR"/>
              </a:defRPr>
            </a:pPr>
            <a:r>
              <a:rPr sz="1300" b="0" i="0" u="none" strike="noStrike" cap="none">
                <a:solidFill>
                  <a:srgbClr val="1D4ED8"/>
                </a:solidFill>
                <a:latin typeface="IBM Plex Sans KR"/>
                <a:ea typeface="IBM Plex Sans KR"/>
                <a:cs typeface="IBM Plex Sans KR"/>
              </a:rPr>
              <a:t>현재 미충족 / 목표 조건부</a:t>
            </a:r>
            <a:endParaRPr sz="1300" b="0" i="0" u="none" strike="noStrike" cap="none">
              <a:solidFill>
                <a:schemeClr val="dk1"/>
              </a:solidFill>
              <a:latin typeface="IBM Plex Sans KR"/>
              <a:ea typeface="IBM Plex Sans KR"/>
              <a:cs typeface="IBM Plex Sans KR"/>
            </a:endParaRPr>
          </a:p>
        </p:txBody>
      </p:sp>
      <p:sp>
        <p:nvSpPr>
          <p:cNvPr id="121" name="Google Shape;121;p5">
            <a:extLst xmlns:a="http://schemas.openxmlformats.org/drawingml/2006/main">
              <a:ext uri="{FF2B5EF4-FFF2-40B4-BE49-F238E27FC236}">
                <a16:creationId xmlns:a16="http://schemas.microsoft.com/office/drawing/2014/main" id="{005BE38A-22A8-4B65-BC5D-2868C75CEDE7}"/>
              </a:ext>
            </a:extLst>
          </p:cNvPr>
          <p:cNvSpPr>
            <a:spLocks xmlns:a="http://schemas.openxmlformats.org/drawingml/2006/main" noGrp="1"/>
          </p:cNvSpPr>
          <p:nvPr/>
        </p:nvSpPr>
        <p:spPr>
          <a:xfrm xmlns:a="http://schemas.openxmlformats.org/drawingml/2006/main">
            <a:off x="812752" y="6238335"/>
            <a:ext cx="2518641" cy="23869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marR="0" lvl="0" indent="0" algn="l">
              <a:lnSpc>
                <a:spcPct val="140000"/>
              </a:lnSpc>
              <a:spcBef>
                <a:spcPts val="0"/>
              </a:spcBef>
              <a:spcAft>
                <a:spcPts val="0"/>
              </a:spcAft>
              <a:buClr>
                <a:srgbClr val="1F2937"/>
              </a:buClr>
              <a:buSzPts val="1200"/>
              <a:buFont typeface="IBM Plex Sans KR"/>
              <a:buNone/>
            </a:pPr>
            <a:r>
              <a:rPr sz="1200" b="0" i="0" u="none" strike="noStrike" cap="none">
                <a:solidFill>
                  <a:srgbClr val="1F2937"/>
                </a:solidFill>
                <a:latin typeface="IBM Plex Sans KR"/>
                <a:ea typeface="IBM Plex Sans KR"/>
                <a:cs typeface="IBM Plex Sans KR"/>
              </a:rPr>
              <a:t>AI Agent 미니 프로젝트 결과 발표</a:t>
            </a:r>
            <a:endParaRPr sz="1200" b="0" i="0" u="none" strike="noStrike" cap="none">
              <a:solidFill>
                <a:schemeClr val="dk1"/>
              </a:solidFill>
              <a:latin typeface="IBM Plex Sans KR"/>
              <a:ea typeface="IBM Plex Sans KR"/>
              <a:cs typeface="IBM Plex Sans KR"/>
            </a:endParaRPr>
          </a:p>
        </p:txBody>
      </p:sp>
      <p:sp>
        <p:nvSpPr>
          <p:cNvPr id="122" name="Google Shape;122;p5">
            <a:extLst xmlns:a="http://schemas.openxmlformats.org/drawingml/2006/main">
              <a:ext uri="{FF2B5EF4-FFF2-40B4-BE49-F238E27FC236}">
                <a16:creationId xmlns:a16="http://schemas.microsoft.com/office/drawing/2014/main" id="{625AB750-3977-473F-9EF6-24E8095ED9BF}"/>
              </a:ext>
            </a:extLst>
          </p:cNvPr>
          <p:cNvSpPr>
            <a:spLocks xmlns:a="http://schemas.openxmlformats.org/drawingml/2006/main" noGrp="1"/>
          </p:cNvSpPr>
          <p:nvPr/>
        </p:nvSpPr>
        <p:spPr>
          <a:xfrm xmlns:a="http://schemas.openxmlformats.org/drawingml/2006/main">
            <a:off x="10974615" y="6238335"/>
            <a:ext cx="485559" cy="23869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marR="0" lvl="0" indent="0" algn="l">
              <a:lnSpc>
                <a:spcPct val="140000"/>
              </a:lnSpc>
              <a:spcBef>
                <a:spcPts val="0"/>
              </a:spcBef>
              <a:spcAft>
                <a:spcPts val="0"/>
              </a:spcAft>
              <a:buClr>
                <a:srgbClr val="1F2937"/>
              </a:buClr>
              <a:buSzPts val="1200"/>
              <a:buFont typeface="IBM Plex Sans KR"/>
              <a:buNone/>
            </a:pPr>
            <a:r>
              <a:rPr sz="1200" b="0" i="0" u="none" strike="noStrike" cap="none">
                <a:solidFill>
                  <a:srgbClr val="1F2937"/>
                </a:solidFill>
                <a:latin typeface="IBM Plex Sans KR"/>
                <a:ea typeface="IBM Plex Sans KR"/>
                <a:cs typeface="IBM Plex Sans KR"/>
              </a:rPr>
              <a:t>5 / 14</a:t>
            </a:r>
            <a:endParaRPr sz="1200" b="0" i="0" u="none" strike="noStrike" cap="none">
              <a:solidFill>
                <a:schemeClr val="dk1"/>
              </a:solidFill>
              <a:latin typeface="IBM Plex Sans KR"/>
              <a:ea typeface="IBM Plex Sans KR"/>
              <a:cs typeface="IBM Plex Sans KR"/>
            </a:endParaRPr>
          </a:p>
        </p:txBody>
      </p:sp>
      <p:sp>
        <p:nvSpPr>
          <p:cNvPr id="123" name="scenario-results">
            <a:extLst xmlns:a="http://schemas.openxmlformats.org/drawingml/2006/main">
              <a:ext uri="{FF2B5EF4-FFF2-40B4-BE49-F238E27FC236}">
                <a16:creationId xmlns:a16="http://schemas.microsoft.com/office/drawing/2014/main" id="{8FEDF12B-3B34-4A18-A7E9-8BE2527574C2}"/>
              </a:ext>
            </a:extLst>
          </p:cNvPr>
          <p:cNvSpPr>
            <a:spLocks xmlns:a="http://schemas.openxmlformats.org/drawingml/2006/main" noGrp="1"/>
          </p:cNvSpPr>
          <p:nvPr/>
        </p:nvSpPr>
        <p:spPr>
          <a:xfrm xmlns:a="http://schemas.openxmlformats.org/drawingml/2006/main">
            <a:off x="1019175" y="2571750"/>
            <a:ext cx="10096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a:solidFill>
                  <a:srgbClr val="303A4C"/>
                </a:solidFill>
                <a:latin typeface="IBM Plex Sans KR"/>
                <a:ea typeface="IBM Plex Sans KR"/>
                <a:cs typeface="IBM Plex Sans KR"/>
              </a:defRPr>
            </a:defPPr>
            <a:lvl1pPr>
              <a:defRPr sz="1875">
                <a:solidFill>
                  <a:srgbClr val="303A4C"/>
                </a:solidFill>
                <a:latin typeface="IBM Plex Sans KR"/>
                <a:ea typeface="IBM Plex Sans KR"/>
                <a:cs typeface="IBM Plex Sans KR"/>
              </a:defRPr>
            </a:lvl1pPr>
            <a:lvl2pPr>
              <a:defRPr sz="1875">
                <a:solidFill>
                  <a:srgbClr val="303A4C"/>
                </a:solidFill>
                <a:latin typeface="IBM Plex Sans KR"/>
                <a:ea typeface="IBM Plex Sans KR"/>
                <a:cs typeface="IBM Plex Sans KR"/>
              </a:defRPr>
            </a:lvl2pPr>
            <a:lvl3pPr>
              <a:defRPr sz="1875">
                <a:solidFill>
                  <a:srgbClr val="303A4C"/>
                </a:solidFill>
                <a:latin typeface="IBM Plex Sans KR"/>
                <a:ea typeface="IBM Plex Sans KR"/>
                <a:cs typeface="IBM Plex Sans KR"/>
              </a:defRPr>
            </a:lvl3pPr>
            <a:lvl4pPr>
              <a:defRPr sz="1875">
                <a:solidFill>
                  <a:srgbClr val="303A4C"/>
                </a:solidFill>
                <a:latin typeface="IBM Plex Sans KR"/>
                <a:ea typeface="IBM Plex Sans KR"/>
                <a:cs typeface="IBM Plex Sans KR"/>
              </a:defRPr>
            </a:lvl4pPr>
            <a:lvl5pPr>
              <a:defRPr sz="1875">
                <a:solidFill>
                  <a:srgbClr val="303A4C"/>
                </a:solidFill>
                <a:latin typeface="IBM Plex Sans KR"/>
                <a:ea typeface="IBM Plex Sans KR"/>
                <a:cs typeface="IBM Plex Sans KR"/>
              </a:defRPr>
            </a:lvl5pPr>
            <a:lvl6pPr>
              <a:defRPr sz="1875">
                <a:solidFill>
                  <a:srgbClr val="303A4C"/>
                </a:solidFill>
                <a:latin typeface="IBM Plex Sans KR"/>
                <a:ea typeface="IBM Plex Sans KR"/>
                <a:cs typeface="IBM Plex Sans KR"/>
              </a:defRPr>
            </a:lvl6pPr>
            <a:lvl7pPr>
              <a:defRPr sz="1875">
                <a:solidFill>
                  <a:srgbClr val="303A4C"/>
                </a:solidFill>
                <a:latin typeface="IBM Plex Sans KR"/>
                <a:ea typeface="IBM Plex Sans KR"/>
                <a:cs typeface="IBM Plex Sans KR"/>
              </a:defRPr>
            </a:lvl7pPr>
            <a:lvl8pPr>
              <a:defRPr sz="1875">
                <a:solidFill>
                  <a:srgbClr val="303A4C"/>
                </a:solidFill>
                <a:latin typeface="IBM Plex Sans KR"/>
                <a:ea typeface="IBM Plex Sans KR"/>
                <a:cs typeface="IBM Plex Sans KR"/>
              </a:defRPr>
            </a:lvl8pPr>
            <a:lvl9pPr>
              <a:defRPr sz="1875">
                <a:solidFill>
                  <a:srgbClr val="303A4C"/>
                </a:solidFill>
                <a:latin typeface="IBM Plex Sans KR"/>
                <a:ea typeface="IBM Plex Sans KR"/>
                <a:cs typeface="IBM Plex Sans KR"/>
              </a:defRPr>
            </a:lvl9pPr>
          </a:lstStyle>
          <a:p xmlns:a="http://schemas.openxmlformats.org/drawingml/2006/main">
            <a:pPr>
              <a:lnSpc>
                <a:spcPct val="115000"/>
              </a:lnSpc>
              <a:buNone/>
              <a:defRPr sz="1875">
                <a:solidFill>
                  <a:srgbClr val="303A4C"/>
                </a:solidFill>
                <a:latin typeface="IBM Plex Sans KR"/>
                <a:ea typeface="IBM Plex Sans KR"/>
                <a:cs typeface="IBM Plex Sans KR"/>
              </a:defRPr>
            </a:pPr>
            <a:r>
              <a:rPr sz="1875">
                <a:solidFill>
                  <a:srgbClr val="303A4C"/>
                </a:solidFill>
                <a:latin typeface="IBM Plex Sans KR"/>
                <a:ea typeface="IBM Plex Sans KR"/>
                <a:cs typeface="IBM Plex Sans KR"/>
              </a:rPr>
              <a:t>확정 이수 90학점: 현재 졸업요건 미충족</a:t>
            </a:r>
          </a:p>
          <a:p xmlns:a="http://schemas.openxmlformats.org/drawingml/2006/main">
            <a:pPr>
              <a:lnSpc>
                <a:spcPct val="115000"/>
              </a:lnSpc>
              <a:buNone/>
              <a:defRPr sz="1875">
                <a:solidFill>
                  <a:srgbClr val="303A4C"/>
                </a:solidFill>
                <a:latin typeface="IBM Plex Sans KR"/>
                <a:ea typeface="IBM Plex Sans KR"/>
                <a:cs typeface="IBM Plex Sans KR"/>
              </a:defRPr>
            </a:pPr>
            <a:r>
              <a:rPr sz="1875">
                <a:solidFill>
                  <a:srgbClr val="303A4C"/>
                </a:solidFill>
                <a:latin typeface="IBM Plex Sans KR"/>
                <a:ea typeface="IBM Plex Sans KR"/>
                <a:cs typeface="IBM Plex Sans KR"/>
              </a:rPr>
              <a:t>수강 중 15학점 통과 시 105학점</a:t>
            </a:r>
          </a:p>
          <a:p xmlns:a="http://schemas.openxmlformats.org/drawingml/2006/main">
            <a:pPr>
              <a:lnSpc>
                <a:spcPct val="115000"/>
              </a:lnSpc>
              <a:buNone/>
              <a:defRPr sz="1875">
                <a:solidFill>
                  <a:srgbClr val="303A4C"/>
                </a:solidFill>
                <a:latin typeface="IBM Plex Sans KR"/>
                <a:ea typeface="IBM Plex Sans KR"/>
                <a:cs typeface="IBM Plex Sans KR"/>
              </a:defRPr>
            </a:pPr>
            <a:r>
              <a:rPr sz="1875">
                <a:solidFill>
                  <a:srgbClr val="303A4C"/>
                </a:solidFill>
                <a:latin typeface="IBM Plex Sans KR"/>
                <a:ea typeface="IBM Plex Sans KR"/>
                <a:cs typeface="IBM Plex Sans KR"/>
              </a:rPr>
              <a:t>남은 학기 후보 9 + 9학점 이행 시 123학점</a:t>
            </a:r>
          </a:p>
          <a:p xmlns:a="http://schemas.openxmlformats.org/drawingml/2006/main">
            <a:pPr>
              <a:lnSpc>
                <a:spcPct val="115000"/>
              </a:lnSpc>
              <a:buNone/>
              <a:defRPr sz="1875">
                <a:solidFill>
                  <a:srgbClr val="303A4C"/>
                </a:solidFill>
                <a:latin typeface="IBM Plex Sans KR"/>
                <a:ea typeface="IBM Plex Sans KR"/>
                <a:cs typeface="IBM Plex Sans KR"/>
              </a:defRPr>
            </a:pPr>
            <a:r>
              <a:rPr sz="1875">
                <a:solidFill>
                  <a:srgbClr val="303A4C"/>
                </a:solidFill>
                <a:latin typeface="IBM Plex Sans KR"/>
                <a:ea typeface="IBM Plex Sans KR"/>
                <a:cs typeface="IBM Plex Sans KR"/>
              </a:rPr>
              <a:t>채플·졸업작품·등록 학기와 실제 강좌 개설 확인 필요</a:t>
            </a:r>
          </a:p>
        </p:txBody>
      </p:sp>
    </p:spTree>
    <p:extLst>
      <p:ext uri="{BB962C8B-B14F-4D97-AF65-F5344CB8AC3E}">
        <p14:creationId xmlns:p14="http://schemas.microsoft.com/office/powerpoint/2010/main" val="330821109"/>
      </p:ext>
    </p:extLst>
  </p:cSld>
</p:sld>
</file>

<file path=ppt/slides/slide6.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128" name="Google Shape;128;p6">
            <a:extLst xmlns:a="http://schemas.openxmlformats.org/drawingml/2006/main">
              <a:ext uri="{FF2B5EF4-FFF2-40B4-BE49-F238E27FC236}">
                <a16:creationId xmlns:a16="http://schemas.microsoft.com/office/drawing/2014/main" id="{DC607B1A-B795-4BB7-88F8-A830849DB6A8}"/>
              </a:ext>
            </a:extLst>
          </p:cNvPr>
          <p:cNvSpPr>
            <a:spLocks xmlns:a="http://schemas.openxmlformats.org/drawingml/2006/main" noGrp="1"/>
          </p:cNvSpPr>
          <p:nvPr/>
        </p:nvSpPr>
        <p:spPr>
          <a:xfrm xmlns:a="http://schemas.openxmlformats.org/drawingml/2006/main">
            <a:off x="812752" y="660375"/>
            <a:ext cx="10883490" cy="20820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marR="0" lvl="0" indent="0" algn="l">
              <a:lnSpc>
                <a:spcPct val="120000"/>
              </a:lnSpc>
              <a:spcBef>
                <a:spcPts val="0"/>
              </a:spcBef>
              <a:spcAft>
                <a:spcPts val="0"/>
              </a:spcAft>
              <a:buClr>
                <a:srgbClr val="1D4ED8"/>
              </a:buClr>
              <a:buSzPts val="1200"/>
              <a:buFont typeface="IBM Plex Sans KR"/>
              <a:buNone/>
            </a:pPr>
            <a:r>
              <a:rPr sz="1200" b="1" i="0" u="none" strike="noStrike" cap="none">
                <a:solidFill>
                  <a:srgbClr val="1D4ED8"/>
                </a:solidFill>
                <a:latin typeface="IBM Plex Sans KR"/>
                <a:ea typeface="IBM Plex Sans KR"/>
                <a:cs typeface="IBM Plex Sans KR"/>
              </a:rPr>
              <a:t>05 · 시스템</a:t>
            </a:r>
            <a:endParaRPr sz="1200" b="0" i="0" u="none" strike="noStrike" cap="none">
              <a:solidFill>
                <a:schemeClr val="dk1"/>
              </a:solidFill>
              <a:latin typeface="IBM Plex Sans KR"/>
              <a:ea typeface="IBM Plex Sans KR"/>
              <a:cs typeface="IBM Plex Sans KR"/>
            </a:endParaRPr>
          </a:p>
        </p:txBody>
      </p:sp>
      <p:sp>
        <p:nvSpPr>
          <p:cNvPr id="129" name="Google Shape;129;p6">
            <a:extLst xmlns:a="http://schemas.openxmlformats.org/drawingml/2006/main">
              <a:ext uri="{FF2B5EF4-FFF2-40B4-BE49-F238E27FC236}">
                <a16:creationId xmlns:a16="http://schemas.microsoft.com/office/drawing/2014/main" id="{09BD687A-D94B-4A91-88E9-9C3EE2622FE4}"/>
              </a:ext>
            </a:extLst>
          </p:cNvPr>
          <p:cNvSpPr>
            <a:spLocks xmlns:a="http://schemas.openxmlformats.org/drawingml/2006/main" noGrp="1"/>
          </p:cNvSpPr>
          <p:nvPr>
            <p:ph type="title" idx="0"/>
          </p:nvPr>
        </p:nvSpPr>
        <p:spPr>
          <a:xfrm xmlns:a="http://schemas.openxmlformats.org/drawingml/2006/main">
            <a:off x="812752" y="906680"/>
            <a:ext cx="10883490" cy="42161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lvl="0" indent="0" algn="l">
              <a:lnSpc>
                <a:spcPct val="120000"/>
              </a:lnSpc>
              <a:spcBef>
                <a:spcPts val="0"/>
              </a:spcBef>
              <a:spcAft>
                <a:spcPts val="0"/>
              </a:spcAft>
              <a:buClr>
                <a:srgbClr val="1F2937"/>
              </a:buClr>
              <a:buSzPts val="2600"/>
              <a:buFont typeface="IBM Plex Sans KR"/>
              <a:buNone/>
            </a:pPr>
            <a:r>
              <a:rPr sz="2600" b="1" i="0">
                <a:solidFill>
                  <a:srgbClr val="1F2937"/>
                </a:solidFill>
                <a:latin typeface="IBM Plex Sans KR"/>
                <a:ea typeface="IBM Plex Sans KR"/>
                <a:cs typeface="IBM Plex Sans KR"/>
              </a:rPr>
              <a:t>AI Agent 시스템 구성도</a:t>
            </a:r>
            <a:endParaRPr sz="2600"/>
          </a:p>
        </p:txBody>
      </p:sp>
      <p:sp>
        <p:nvSpPr>
          <p:cNvPr id="130" name="Google Shape;130;p6">
            <a:extLst xmlns:a="http://schemas.openxmlformats.org/drawingml/2006/main">
              <a:ext uri="{FF2B5EF4-FFF2-40B4-BE49-F238E27FC236}">
                <a16:creationId xmlns:a16="http://schemas.microsoft.com/office/drawing/2014/main" id="{EE39364E-7DD4-4B7C-AC8B-0251D376D84A}"/>
              </a:ext>
            </a:extLst>
          </p:cNvPr>
          <p:cNvSpPr>
            <a:spLocks xmlns:a="http://schemas.openxmlformats.org/drawingml/2006/main" noGrp="1"/>
          </p:cNvSpPr>
          <p:nvPr/>
        </p:nvSpPr>
        <p:spPr>
          <a:xfrm xmlns:a="http://schemas.openxmlformats.org/drawingml/2006/main">
            <a:off x="819102" y="1829389"/>
            <a:ext cx="2558148" cy="1892300"/>
          </a:xfrm>
          <a:prstGeom xmlns:a="http://schemas.openxmlformats.org/drawingml/2006/main" prst="roundRect">
            <a:avLst>
              <a:gd name="adj" fmla="val 4362"/>
            </a:avLst>
          </a:prstGeom>
          <a:solidFill xmlns:a="http://schemas.openxmlformats.org/drawingml/2006/main">
            <a:srgbClr val="FFFFFF"/>
          </a:solidFill>
          <a:ln xmlns:a="http://schemas.openxmlformats.org/drawingml/2006/main" w="12700" cap="flat" cmpd="sng">
            <a:solidFill>
              <a:srgbClr val="1D4ED8"/>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1" name="Google Shape;131;p6">
            <a:extLst xmlns:a="http://schemas.openxmlformats.org/drawingml/2006/main">
              <a:ext uri="{FF2B5EF4-FFF2-40B4-BE49-F238E27FC236}">
                <a16:creationId xmlns:a16="http://schemas.microsoft.com/office/drawing/2014/main" id="{7CEA567C-1A36-4CD7-8CAE-61B505414680}"/>
              </a:ext>
            </a:extLst>
          </p:cNvPr>
          <p:cNvSpPr>
            <a:spLocks xmlns:a="http://schemas.openxmlformats.org/drawingml/2006/main" noGrp="1"/>
          </p:cNvSpPr>
          <p:nvPr/>
        </p:nvSpPr>
        <p:spPr>
          <a:xfrm xmlns:a="http://schemas.openxmlformats.org/drawingml/2006/main">
            <a:off x="976673" y="2512039"/>
            <a:ext cx="2310295" cy="2730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marR="0" lvl="0" indent="0" algn="l">
              <a:lnSpc>
                <a:spcPct val="150000"/>
              </a:lnSpc>
              <a:spcBef>
                <a:spcPts val="0"/>
              </a:spcBef>
              <a:spcAft>
                <a:spcPts val="0"/>
              </a:spcAft>
              <a:buClr>
                <a:srgbClr val="1F2937"/>
              </a:buClr>
              <a:buSzPts val="1300"/>
              <a:buFont typeface="IBM Plex Sans KR"/>
              <a:buNone/>
            </a:pPr>
            <a:r>
              <a:rPr sz="1300" b="1" i="0" u="none" strike="noStrike" cap="none">
                <a:solidFill>
                  <a:srgbClr val="1F2937"/>
                </a:solidFill>
                <a:latin typeface="IBM Plex Sans KR"/>
                <a:ea typeface="IBM Plex Sans KR"/>
                <a:cs typeface="IBM Plex Sans KR"/>
              </a:rPr>
              <a:t>사용자 / UI</a:t>
            </a:r>
            <a:endParaRPr sz="1300" b="0" i="0" u="none" strike="noStrike" cap="none">
              <a:solidFill>
                <a:schemeClr val="dk1"/>
              </a:solidFill>
              <a:latin typeface="IBM Plex Sans KR"/>
              <a:ea typeface="IBM Plex Sans KR"/>
              <a:cs typeface="IBM Plex Sans KR"/>
            </a:endParaRPr>
          </a:p>
        </p:txBody>
      </p:sp>
      <p:sp>
        <p:nvSpPr>
          <p:cNvPr id="132" name="Google Shape;132;p6">
            <a:extLst xmlns:a="http://schemas.openxmlformats.org/drawingml/2006/main">
              <a:ext uri="{FF2B5EF4-FFF2-40B4-BE49-F238E27FC236}">
                <a16:creationId xmlns:a16="http://schemas.microsoft.com/office/drawing/2014/main" id="{F9EFC6A0-7D59-4D0F-9A12-BA8B68F534ED}"/>
              </a:ext>
            </a:extLst>
          </p:cNvPr>
          <p:cNvSpPr>
            <a:spLocks xmlns:a="http://schemas.openxmlformats.org/drawingml/2006/main" noGrp="1"/>
          </p:cNvSpPr>
          <p:nvPr/>
        </p:nvSpPr>
        <p:spPr>
          <a:xfrm xmlns:a="http://schemas.openxmlformats.org/drawingml/2006/main">
            <a:off x="976673" y="2810477"/>
            <a:ext cx="2310295" cy="2539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fontScale="92579"/>
          </a:bodyPr>
          <a:lstStyle xmlns:a="http://schemas.openxmlformats.org/drawingml/2006/main">
            <a:defPPr algn="l">
              <a:defRPr sz="1200">
                <a:solidFill>
                  <a:srgbClr val="1D4ED8"/>
                </a:solidFill>
                <a:latin typeface="IBM Plex Sans KR"/>
                <a:ea typeface="IBM Plex Sans KR"/>
                <a:cs typeface="IBM Plex Sans KR"/>
              </a:defRPr>
            </a:defPPr>
            <a:lvl1pPr algn="l">
              <a:defRPr sz="1200">
                <a:solidFill>
                  <a:srgbClr val="1D4ED8"/>
                </a:solidFill>
                <a:latin typeface="IBM Plex Sans KR"/>
                <a:ea typeface="IBM Plex Sans KR"/>
                <a:cs typeface="IBM Plex Sans KR"/>
              </a:defRPr>
            </a:lvl1pPr>
            <a:lvl2pPr algn="l">
              <a:defRPr sz="1200">
                <a:solidFill>
                  <a:srgbClr val="1D4ED8"/>
                </a:solidFill>
                <a:latin typeface="IBM Plex Sans KR"/>
                <a:ea typeface="IBM Plex Sans KR"/>
                <a:cs typeface="IBM Plex Sans KR"/>
              </a:defRPr>
            </a:lvl2pPr>
            <a:lvl3pPr algn="l">
              <a:defRPr sz="1200">
                <a:solidFill>
                  <a:srgbClr val="1D4ED8"/>
                </a:solidFill>
                <a:latin typeface="IBM Plex Sans KR"/>
                <a:ea typeface="IBM Plex Sans KR"/>
                <a:cs typeface="IBM Plex Sans KR"/>
              </a:defRPr>
            </a:lvl3pPr>
            <a:lvl4pPr algn="l">
              <a:defRPr sz="1200">
                <a:solidFill>
                  <a:srgbClr val="1D4ED8"/>
                </a:solidFill>
                <a:latin typeface="IBM Plex Sans KR"/>
                <a:ea typeface="IBM Plex Sans KR"/>
                <a:cs typeface="IBM Plex Sans KR"/>
              </a:defRPr>
            </a:lvl4pPr>
            <a:lvl5pPr algn="l">
              <a:defRPr sz="1200">
                <a:solidFill>
                  <a:srgbClr val="1D4ED8"/>
                </a:solidFill>
                <a:latin typeface="IBM Plex Sans KR"/>
                <a:ea typeface="IBM Plex Sans KR"/>
                <a:cs typeface="IBM Plex Sans KR"/>
              </a:defRPr>
            </a:lvl5pPr>
            <a:lvl6pPr algn="l">
              <a:defRPr sz="1200">
                <a:solidFill>
                  <a:srgbClr val="1D4ED8"/>
                </a:solidFill>
                <a:latin typeface="IBM Plex Sans KR"/>
                <a:ea typeface="IBM Plex Sans KR"/>
                <a:cs typeface="IBM Plex Sans KR"/>
              </a:defRPr>
            </a:lvl6pPr>
            <a:lvl7pPr algn="l">
              <a:defRPr sz="1200">
                <a:solidFill>
                  <a:srgbClr val="1D4ED8"/>
                </a:solidFill>
                <a:latin typeface="IBM Plex Sans KR"/>
                <a:ea typeface="IBM Plex Sans KR"/>
                <a:cs typeface="IBM Plex Sans KR"/>
              </a:defRPr>
            </a:lvl7pPr>
            <a:lvl8pPr algn="l">
              <a:defRPr sz="1200">
                <a:solidFill>
                  <a:srgbClr val="1D4ED8"/>
                </a:solidFill>
                <a:latin typeface="IBM Plex Sans KR"/>
                <a:ea typeface="IBM Plex Sans KR"/>
                <a:cs typeface="IBM Plex Sans KR"/>
              </a:defRPr>
            </a:lvl8pPr>
            <a:lvl9pPr algn="l">
              <a:defRPr sz="1200">
                <a:solidFill>
                  <a:srgbClr val="1D4ED8"/>
                </a:solidFill>
                <a:latin typeface="IBM Plex Sans KR"/>
                <a:ea typeface="IBM Plex Sans KR"/>
                <a:cs typeface="IBM Plex Sans KR"/>
              </a:defRPr>
            </a:lvl9pPr>
          </a:lstStyle>
          <a:p xmlns:a="http://schemas.openxmlformats.org/drawingml/2006/main">
            <a:pPr marL="0" marR="0" lvl="0" indent="0" algn="l">
              <a:lnSpc>
                <a:spcPct val="150000"/>
              </a:lnSpc>
              <a:spcBef>
                <a:spcPts val="0"/>
              </a:spcBef>
              <a:spcAft>
                <a:spcPts val="0"/>
              </a:spcAft>
              <a:buClr>
                <a:srgbClr val="1D4ED8"/>
              </a:buClr>
              <a:buSzPts val="1200"/>
              <a:buFont typeface="IBM Plex Sans KR"/>
              <a:buNone/>
              <a:defRPr sz="1200">
                <a:solidFill>
                  <a:srgbClr val="1D4ED8"/>
                </a:solidFill>
                <a:latin typeface="IBM Plex Sans KR"/>
                <a:ea typeface="IBM Plex Sans KR"/>
                <a:cs typeface="IBM Plex Sans KR"/>
              </a:defRPr>
            </a:pPr>
            <a:r>
              <a:rPr sz="1200" b="0" i="0" u="none" strike="noStrike" cap="none">
                <a:solidFill>
                  <a:srgbClr val="1D4ED8"/>
                </a:solidFill>
                <a:latin typeface="IBM Plex Sans KR"/>
                <a:ea typeface="IBM Plex Sans KR"/>
                <a:cs typeface="IBM Plex Sans KR"/>
              </a:rPr>
              <a:t>Streamlit / FastAPI</a:t>
            </a:r>
            <a:endParaRPr sz="1200" b="0" i="0" u="none" strike="noStrike" cap="none">
              <a:solidFill>
                <a:schemeClr val="dk1"/>
              </a:solidFill>
              <a:latin typeface="IBM Plex Sans KR"/>
              <a:ea typeface="IBM Plex Sans KR"/>
              <a:cs typeface="IBM Plex Sans KR"/>
            </a:endParaRPr>
          </a:p>
        </p:txBody>
      </p:sp>
      <p:pic>
        <p:nvPicPr>
          <p:cNvPr id="133" name="Google Shape;133;p6">
            <a:extLst xmlns:a="http://schemas.openxmlformats.org/drawingml/2006/main">
              <a:ext uri="{FF2B5EF4-FFF2-40B4-BE49-F238E27FC236}">
                <a16:creationId xmlns:a16="http://schemas.microsoft.com/office/drawing/2014/main" id="{2FCA8979-F7D3-4BDE-88A5-5945CD7E220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f1c9c4dddb74589">
            <a:alphaModFix/>
          </a:blip>
          <a:srcRect xmlns:a="http://schemas.openxmlformats.org/drawingml/2006/main" l="-8" t="0" r="-8" b="0"/>
          <a:stretch xmlns:a="http://schemas.openxmlformats.org/drawingml/2006/main"/>
        </p:blipFill>
        <p:spPr>
          <a:xfrm xmlns:a="http://schemas.openxmlformats.org/drawingml/2006/main">
            <a:off x="3510600" y="2559664"/>
            <a:ext cx="355564" cy="177752"/>
          </a:xfrm>
          <a:prstGeom xmlns:a="http://schemas.openxmlformats.org/drawingml/2006/main" prst="rect">
            <a:avLst/>
          </a:prstGeom>
          <a:ln xmlns:a="http://schemas.openxmlformats.org/drawingml/2006/main">
            <a:noFill/>
          </a:ln>
        </p:spPr>
      </p:pic>
      <p:pic>
        <p:nvPicPr>
          <p:cNvPr id="134" name="Google Shape;134;p6">
            <a:extLst xmlns:a="http://schemas.openxmlformats.org/drawingml/2006/main">
              <a:ext uri="{FF2B5EF4-FFF2-40B4-BE49-F238E27FC236}">
                <a16:creationId xmlns:a16="http://schemas.microsoft.com/office/drawing/2014/main" id="{EC35FC6E-D117-4A38-B9CE-DC0C9DEF5F4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205eee7e1454b96">
            <a:alphaModFix/>
          </a:blip>
          <a:srcRect xmlns:a="http://schemas.openxmlformats.org/drawingml/2006/main" l="-8" t="0" r="-8" b="0"/>
          <a:stretch xmlns:a="http://schemas.openxmlformats.org/drawingml/2006/main"/>
        </p:blipFill>
        <p:spPr>
          <a:xfrm xmlns:a="http://schemas.openxmlformats.org/drawingml/2006/main">
            <a:off x="3510600" y="2813605"/>
            <a:ext cx="355564" cy="177752"/>
          </a:xfrm>
          <a:prstGeom xmlns:a="http://schemas.openxmlformats.org/drawingml/2006/main" prst="rect">
            <a:avLst/>
          </a:prstGeom>
          <a:ln xmlns:a="http://schemas.openxmlformats.org/drawingml/2006/main">
            <a:noFill/>
          </a:ln>
        </p:spPr>
      </p:pic>
      <p:sp>
        <p:nvSpPr>
          <p:cNvPr id="135" name="Google Shape;135;p6">
            <a:extLst xmlns:a="http://schemas.openxmlformats.org/drawingml/2006/main">
              <a:ext uri="{FF2B5EF4-FFF2-40B4-BE49-F238E27FC236}">
                <a16:creationId xmlns:a16="http://schemas.microsoft.com/office/drawing/2014/main" id="{8CAA6D02-69A2-4017-8FED-442F1EB14A06}"/>
              </a:ext>
            </a:extLst>
          </p:cNvPr>
          <p:cNvSpPr>
            <a:spLocks xmlns:a="http://schemas.openxmlformats.org/drawingml/2006/main" noGrp="1"/>
          </p:cNvSpPr>
          <p:nvPr/>
        </p:nvSpPr>
        <p:spPr>
          <a:xfrm xmlns:a="http://schemas.openxmlformats.org/drawingml/2006/main">
            <a:off x="3999514" y="1512432"/>
            <a:ext cx="3960078" cy="2526218"/>
          </a:xfrm>
          <a:prstGeom xmlns:a="http://schemas.openxmlformats.org/drawingml/2006/main" prst="roundRect">
            <a:avLst>
              <a:gd name="adj" fmla="val 3268"/>
            </a:avLst>
          </a:prstGeom>
          <a:solidFill xmlns:a="http://schemas.openxmlformats.org/drawingml/2006/main">
            <a:srgbClr val="EAF0FD"/>
          </a:solidFill>
          <a:ln xmlns:a="http://schemas.openxmlformats.org/drawingml/2006/main" w="12700" cap="flat" cmpd="sng">
            <a:solidFill>
              <a:srgbClr val="1D4ED8"/>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6" name="Google Shape;136;p6">
            <a:extLst xmlns:a="http://schemas.openxmlformats.org/drawingml/2006/main">
              <a:ext uri="{FF2B5EF4-FFF2-40B4-BE49-F238E27FC236}">
                <a16:creationId xmlns:a16="http://schemas.microsoft.com/office/drawing/2014/main" id="{8C9B8C0F-38EA-4699-AC67-563E975BAF52}"/>
              </a:ext>
            </a:extLst>
          </p:cNvPr>
          <p:cNvSpPr>
            <a:spLocks xmlns:a="http://schemas.openxmlformats.org/drawingml/2006/main" noGrp="1"/>
          </p:cNvSpPr>
          <p:nvPr/>
        </p:nvSpPr>
        <p:spPr>
          <a:xfrm xmlns:a="http://schemas.openxmlformats.org/drawingml/2006/main">
            <a:off x="4157085" y="2247996"/>
            <a:ext cx="3754284" cy="22347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marR="0" lvl="0" indent="0" algn="l">
              <a:lnSpc>
                <a:spcPct val="130000"/>
              </a:lnSpc>
              <a:spcBef>
                <a:spcPts val="0"/>
              </a:spcBef>
              <a:spcAft>
                <a:spcPts val="0"/>
              </a:spcAft>
              <a:buClr>
                <a:srgbClr val="1D4ED8"/>
              </a:buClr>
              <a:buSzPts val="1200"/>
              <a:buFont typeface="IBM Plex Sans KR"/>
              <a:buNone/>
            </a:pPr>
            <a:r>
              <a:rPr sz="1200" b="1" i="0" u="none" strike="noStrike" cap="none">
                <a:solidFill>
                  <a:srgbClr val="1D4ED8"/>
                </a:solidFill>
                <a:latin typeface="IBM Plex Sans KR"/>
                <a:ea typeface="IBM Plex Sans KR"/>
                <a:cs typeface="IBM Plex Sans KR"/>
              </a:rPr>
              <a:t>AI Agent 앱</a:t>
            </a:r>
            <a:endParaRPr sz="1200" b="0" i="0" u="none" strike="noStrike" cap="none">
              <a:solidFill>
                <a:schemeClr val="dk1"/>
              </a:solidFill>
              <a:latin typeface="IBM Plex Sans KR"/>
              <a:ea typeface="IBM Plex Sans KR"/>
              <a:cs typeface="IBM Plex Sans KR"/>
            </a:endParaRPr>
          </a:p>
        </p:txBody>
      </p:sp>
      <p:sp>
        <p:nvSpPr>
          <p:cNvPr id="137" name="Google Shape;137;p6">
            <a:extLst xmlns:a="http://schemas.openxmlformats.org/drawingml/2006/main">
              <a:ext uri="{FF2B5EF4-FFF2-40B4-BE49-F238E27FC236}">
                <a16:creationId xmlns:a16="http://schemas.microsoft.com/office/drawing/2014/main" id="{8DCB0BAC-631F-409F-A3E4-5C68C5C30091}"/>
              </a:ext>
            </a:extLst>
          </p:cNvPr>
          <p:cNvSpPr>
            <a:spLocks xmlns:a="http://schemas.openxmlformats.org/drawingml/2006/main" noGrp="1"/>
          </p:cNvSpPr>
          <p:nvPr/>
        </p:nvSpPr>
        <p:spPr>
          <a:xfrm xmlns:a="http://schemas.openxmlformats.org/drawingml/2006/main">
            <a:off x="4157085" y="2496824"/>
            <a:ext cx="3754284" cy="27302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fontScale="91872"/>
          </a:bodyPr>
          <a:lstStyle xmlns:a="http://schemas.openxmlformats.org/drawingml/2006/main">
            <a:defPPr algn="l">
              <a:defRPr sz="1500" b="1">
                <a:solidFill>
                  <a:srgbClr val="1F2937"/>
                </a:solidFill>
                <a:latin typeface="IBM Plex Sans KR"/>
                <a:ea typeface="IBM Plex Sans KR"/>
                <a:cs typeface="IBM Plex Sans KR"/>
              </a:defRPr>
            </a:defPPr>
            <a:lvl1pPr algn="l">
              <a:defRPr sz="1500" b="1">
                <a:solidFill>
                  <a:srgbClr val="1F2937"/>
                </a:solidFill>
                <a:latin typeface="IBM Plex Sans KR"/>
                <a:ea typeface="IBM Plex Sans KR"/>
                <a:cs typeface="IBM Plex Sans KR"/>
              </a:defRPr>
            </a:lvl1pPr>
            <a:lvl2pPr algn="l">
              <a:defRPr sz="1500" b="1">
                <a:solidFill>
                  <a:srgbClr val="1F2937"/>
                </a:solidFill>
                <a:latin typeface="IBM Plex Sans KR"/>
                <a:ea typeface="IBM Plex Sans KR"/>
                <a:cs typeface="IBM Plex Sans KR"/>
              </a:defRPr>
            </a:lvl2pPr>
            <a:lvl3pPr algn="l">
              <a:defRPr sz="1500" b="1">
                <a:solidFill>
                  <a:srgbClr val="1F2937"/>
                </a:solidFill>
                <a:latin typeface="IBM Plex Sans KR"/>
                <a:ea typeface="IBM Plex Sans KR"/>
                <a:cs typeface="IBM Plex Sans KR"/>
              </a:defRPr>
            </a:lvl3pPr>
            <a:lvl4pPr algn="l">
              <a:defRPr sz="1500" b="1">
                <a:solidFill>
                  <a:srgbClr val="1F2937"/>
                </a:solidFill>
                <a:latin typeface="IBM Plex Sans KR"/>
                <a:ea typeface="IBM Plex Sans KR"/>
                <a:cs typeface="IBM Plex Sans KR"/>
              </a:defRPr>
            </a:lvl4pPr>
            <a:lvl5pPr algn="l">
              <a:defRPr sz="1500" b="1">
                <a:solidFill>
                  <a:srgbClr val="1F2937"/>
                </a:solidFill>
                <a:latin typeface="IBM Plex Sans KR"/>
                <a:ea typeface="IBM Plex Sans KR"/>
                <a:cs typeface="IBM Plex Sans KR"/>
              </a:defRPr>
            </a:lvl5pPr>
            <a:lvl6pPr algn="l">
              <a:defRPr sz="1500" b="1">
                <a:solidFill>
                  <a:srgbClr val="1F2937"/>
                </a:solidFill>
                <a:latin typeface="IBM Plex Sans KR"/>
                <a:ea typeface="IBM Plex Sans KR"/>
                <a:cs typeface="IBM Plex Sans KR"/>
              </a:defRPr>
            </a:lvl6pPr>
            <a:lvl7pPr algn="l">
              <a:defRPr sz="1500" b="1">
                <a:solidFill>
                  <a:srgbClr val="1F2937"/>
                </a:solidFill>
                <a:latin typeface="IBM Plex Sans KR"/>
                <a:ea typeface="IBM Plex Sans KR"/>
                <a:cs typeface="IBM Plex Sans KR"/>
              </a:defRPr>
            </a:lvl7pPr>
            <a:lvl8pPr algn="l">
              <a:defRPr sz="1500" b="1">
                <a:solidFill>
                  <a:srgbClr val="1F2937"/>
                </a:solidFill>
                <a:latin typeface="IBM Plex Sans KR"/>
                <a:ea typeface="IBM Plex Sans KR"/>
                <a:cs typeface="IBM Plex Sans KR"/>
              </a:defRPr>
            </a:lvl8pPr>
            <a:lvl9pPr algn="l">
              <a:defRPr sz="1500" b="1">
                <a:solidFill>
                  <a:srgbClr val="1F2937"/>
                </a:solidFill>
                <a:latin typeface="IBM Plex Sans KR"/>
                <a:ea typeface="IBM Plex Sans KR"/>
                <a:cs typeface="IBM Plex Sans KR"/>
              </a:defRPr>
            </a:lvl9pPr>
          </a:lstStyle>
          <a:p xmlns:a="http://schemas.openxmlformats.org/drawingml/2006/main">
            <a:pPr marL="0" marR="0" lvl="0" indent="0" algn="l">
              <a:lnSpc>
                <a:spcPct val="130000"/>
              </a:lnSpc>
              <a:spcBef>
                <a:spcPts val="0"/>
              </a:spcBef>
              <a:spcAft>
                <a:spcPts val="0"/>
              </a:spcAft>
              <a:buClr>
                <a:srgbClr val="1F2937"/>
              </a:buClr>
              <a:buSzPts val="1500"/>
              <a:buFont typeface="IBM Plex Sans KR"/>
              <a:buNone/>
              <a:defRPr sz="1500" b="1">
                <a:solidFill>
                  <a:srgbClr val="1F2937"/>
                </a:solidFill>
                <a:latin typeface="IBM Plex Sans KR"/>
                <a:ea typeface="IBM Plex Sans KR"/>
                <a:cs typeface="IBM Plex Sans KR"/>
              </a:defRPr>
            </a:pPr>
            <a:r>
              <a:rPr sz="1500" b="1" i="0" u="none" strike="noStrike" cap="none">
                <a:solidFill>
                  <a:srgbClr val="1F2937"/>
                </a:solidFill>
                <a:latin typeface="IBM Plex Sans KR"/>
                <a:ea typeface="IBM Plex Sans KR"/>
                <a:cs typeface="IBM Plex Sans KR"/>
              </a:rPr>
              <a:t>LangGraph + LangChain</a:t>
            </a:r>
            <a:endParaRPr sz="1500" b="0" i="0" u="none" strike="noStrike" cap="none">
              <a:solidFill>
                <a:schemeClr val="dk1"/>
              </a:solidFill>
              <a:latin typeface="IBM Plex Sans KR"/>
              <a:ea typeface="IBM Plex Sans KR"/>
              <a:cs typeface="IBM Plex Sans KR"/>
            </a:endParaRPr>
          </a:p>
        </p:txBody>
      </p:sp>
      <p:sp>
        <p:nvSpPr>
          <p:cNvPr id="138" name="Google Shape;138;p6">
            <a:extLst xmlns:a="http://schemas.openxmlformats.org/drawingml/2006/main">
              <a:ext uri="{FF2B5EF4-FFF2-40B4-BE49-F238E27FC236}">
                <a16:creationId xmlns:a16="http://schemas.microsoft.com/office/drawing/2014/main" id="{E53826F1-70FB-4143-8126-95004A0861C3}"/>
              </a:ext>
            </a:extLst>
          </p:cNvPr>
          <p:cNvSpPr>
            <a:spLocks xmlns:a="http://schemas.openxmlformats.org/drawingml/2006/main" noGrp="1"/>
          </p:cNvSpPr>
          <p:nvPr/>
        </p:nvSpPr>
        <p:spPr>
          <a:xfrm xmlns:a="http://schemas.openxmlformats.org/drawingml/2006/main">
            <a:off x="4157085" y="2795203"/>
            <a:ext cx="3754284" cy="2539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fontScale="92579"/>
          </a:bodyPr>
          <a:lstStyle xmlns:a="http://schemas.openxmlformats.org/drawingml/2006/main">
            <a:defPPr algn="l">
              <a:defRPr sz="1200">
                <a:solidFill>
                  <a:srgbClr val="1D4ED8"/>
                </a:solidFill>
                <a:latin typeface="IBM Plex Sans KR"/>
                <a:ea typeface="IBM Plex Sans KR"/>
                <a:cs typeface="IBM Plex Sans KR"/>
              </a:defRPr>
            </a:defPPr>
            <a:lvl1pPr algn="l">
              <a:defRPr sz="1200">
                <a:solidFill>
                  <a:srgbClr val="1D4ED8"/>
                </a:solidFill>
                <a:latin typeface="IBM Plex Sans KR"/>
                <a:ea typeface="IBM Plex Sans KR"/>
                <a:cs typeface="IBM Plex Sans KR"/>
              </a:defRPr>
            </a:lvl1pPr>
            <a:lvl2pPr algn="l">
              <a:defRPr sz="1200">
                <a:solidFill>
                  <a:srgbClr val="1D4ED8"/>
                </a:solidFill>
                <a:latin typeface="IBM Plex Sans KR"/>
                <a:ea typeface="IBM Plex Sans KR"/>
                <a:cs typeface="IBM Plex Sans KR"/>
              </a:defRPr>
            </a:lvl2pPr>
            <a:lvl3pPr algn="l">
              <a:defRPr sz="1200">
                <a:solidFill>
                  <a:srgbClr val="1D4ED8"/>
                </a:solidFill>
                <a:latin typeface="IBM Plex Sans KR"/>
                <a:ea typeface="IBM Plex Sans KR"/>
                <a:cs typeface="IBM Plex Sans KR"/>
              </a:defRPr>
            </a:lvl3pPr>
            <a:lvl4pPr algn="l">
              <a:defRPr sz="1200">
                <a:solidFill>
                  <a:srgbClr val="1D4ED8"/>
                </a:solidFill>
                <a:latin typeface="IBM Plex Sans KR"/>
                <a:ea typeface="IBM Plex Sans KR"/>
                <a:cs typeface="IBM Plex Sans KR"/>
              </a:defRPr>
            </a:lvl4pPr>
            <a:lvl5pPr algn="l">
              <a:defRPr sz="1200">
                <a:solidFill>
                  <a:srgbClr val="1D4ED8"/>
                </a:solidFill>
                <a:latin typeface="IBM Plex Sans KR"/>
                <a:ea typeface="IBM Plex Sans KR"/>
                <a:cs typeface="IBM Plex Sans KR"/>
              </a:defRPr>
            </a:lvl5pPr>
            <a:lvl6pPr algn="l">
              <a:defRPr sz="1200">
                <a:solidFill>
                  <a:srgbClr val="1D4ED8"/>
                </a:solidFill>
                <a:latin typeface="IBM Plex Sans KR"/>
                <a:ea typeface="IBM Plex Sans KR"/>
                <a:cs typeface="IBM Plex Sans KR"/>
              </a:defRPr>
            </a:lvl6pPr>
            <a:lvl7pPr algn="l">
              <a:defRPr sz="1200">
                <a:solidFill>
                  <a:srgbClr val="1D4ED8"/>
                </a:solidFill>
                <a:latin typeface="IBM Plex Sans KR"/>
                <a:ea typeface="IBM Plex Sans KR"/>
                <a:cs typeface="IBM Plex Sans KR"/>
              </a:defRPr>
            </a:lvl7pPr>
            <a:lvl8pPr algn="l">
              <a:defRPr sz="1200">
                <a:solidFill>
                  <a:srgbClr val="1D4ED8"/>
                </a:solidFill>
                <a:latin typeface="IBM Plex Sans KR"/>
                <a:ea typeface="IBM Plex Sans KR"/>
                <a:cs typeface="IBM Plex Sans KR"/>
              </a:defRPr>
            </a:lvl8pPr>
            <a:lvl9pPr algn="l">
              <a:defRPr sz="1200">
                <a:solidFill>
                  <a:srgbClr val="1D4ED8"/>
                </a:solidFill>
                <a:latin typeface="IBM Plex Sans KR"/>
                <a:ea typeface="IBM Plex Sans KR"/>
                <a:cs typeface="IBM Plex Sans KR"/>
              </a:defRPr>
            </a:lvl9pPr>
          </a:lstStyle>
          <a:p xmlns:a="http://schemas.openxmlformats.org/drawingml/2006/main">
            <a:pPr marL="0" marR="0" lvl="0" indent="0" algn="l">
              <a:lnSpc>
                <a:spcPct val="150000"/>
              </a:lnSpc>
              <a:spcBef>
                <a:spcPts val="0"/>
              </a:spcBef>
              <a:spcAft>
                <a:spcPts val="0"/>
              </a:spcAft>
              <a:buClr>
                <a:srgbClr val="1D4ED8"/>
              </a:buClr>
              <a:buSzPts val="1200"/>
              <a:buFont typeface="IBM Plex Sans KR"/>
              <a:buNone/>
              <a:defRPr sz="1200">
                <a:solidFill>
                  <a:srgbClr val="1D4ED8"/>
                </a:solidFill>
                <a:latin typeface="IBM Plex Sans KR"/>
                <a:ea typeface="IBM Plex Sans KR"/>
                <a:cs typeface="IBM Plex Sans KR"/>
              </a:defRPr>
            </a:pPr>
            <a:r>
              <a:rPr sz="1200" b="0" i="0" u="none" strike="noStrike" cap="none">
                <a:solidFill>
                  <a:srgbClr val="1D4ED8"/>
                </a:solidFill>
                <a:latin typeface="IBM Plex Sans KR"/>
                <a:ea typeface="IBM Plex Sans KR"/>
                <a:cs typeface="IBM Plex Sans KR"/>
              </a:rPr>
              <a:t>OpenAI gpt-4.1-mini · 선택</a:t>
            </a:r>
            <a:endParaRPr sz="1200" b="0" i="0" u="none" strike="noStrike" cap="none">
              <a:solidFill>
                <a:schemeClr val="dk1"/>
              </a:solidFill>
              <a:latin typeface="IBM Plex Sans KR"/>
              <a:ea typeface="IBM Plex Sans KR"/>
              <a:cs typeface="IBM Plex Sans KR"/>
            </a:endParaRPr>
          </a:p>
        </p:txBody>
      </p:sp>
      <p:sp>
        <p:nvSpPr>
          <p:cNvPr id="139" name="Google Shape;139;p6">
            <a:extLst xmlns:a="http://schemas.openxmlformats.org/drawingml/2006/main">
              <a:ext uri="{FF2B5EF4-FFF2-40B4-BE49-F238E27FC236}">
                <a16:creationId xmlns:a16="http://schemas.microsoft.com/office/drawing/2014/main" id="{5A9A467F-8A84-4B7A-9171-21406074EAC1}"/>
              </a:ext>
            </a:extLst>
          </p:cNvPr>
          <p:cNvSpPr>
            <a:spLocks xmlns:a="http://schemas.openxmlformats.org/drawingml/2006/main" noGrp="1"/>
          </p:cNvSpPr>
          <p:nvPr/>
        </p:nvSpPr>
        <p:spPr>
          <a:xfrm xmlns:a="http://schemas.openxmlformats.org/drawingml/2006/main">
            <a:off x="4157085" y="3074519"/>
            <a:ext cx="3754284" cy="2539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fontScale="92579"/>
          </a:bodyPr>
          <a:lstStyle xmlns:a="http://schemas.openxmlformats.org/drawingml/2006/main">
            <a:defPPr algn="l">
              <a:defRPr sz="1200">
                <a:solidFill>
                  <a:srgbClr val="1D4ED8"/>
                </a:solidFill>
                <a:latin typeface="IBM Plex Sans KR"/>
                <a:ea typeface="IBM Plex Sans KR"/>
                <a:cs typeface="IBM Plex Sans KR"/>
              </a:defRPr>
            </a:defPPr>
            <a:lvl1pPr algn="l">
              <a:defRPr sz="1200">
                <a:solidFill>
                  <a:srgbClr val="1D4ED8"/>
                </a:solidFill>
                <a:latin typeface="IBM Plex Sans KR"/>
                <a:ea typeface="IBM Plex Sans KR"/>
                <a:cs typeface="IBM Plex Sans KR"/>
              </a:defRPr>
            </a:lvl1pPr>
            <a:lvl2pPr algn="l">
              <a:defRPr sz="1200">
                <a:solidFill>
                  <a:srgbClr val="1D4ED8"/>
                </a:solidFill>
                <a:latin typeface="IBM Plex Sans KR"/>
                <a:ea typeface="IBM Plex Sans KR"/>
                <a:cs typeface="IBM Plex Sans KR"/>
              </a:defRPr>
            </a:lvl2pPr>
            <a:lvl3pPr algn="l">
              <a:defRPr sz="1200">
                <a:solidFill>
                  <a:srgbClr val="1D4ED8"/>
                </a:solidFill>
                <a:latin typeface="IBM Plex Sans KR"/>
                <a:ea typeface="IBM Plex Sans KR"/>
                <a:cs typeface="IBM Plex Sans KR"/>
              </a:defRPr>
            </a:lvl3pPr>
            <a:lvl4pPr algn="l">
              <a:defRPr sz="1200">
                <a:solidFill>
                  <a:srgbClr val="1D4ED8"/>
                </a:solidFill>
                <a:latin typeface="IBM Plex Sans KR"/>
                <a:ea typeface="IBM Plex Sans KR"/>
                <a:cs typeface="IBM Plex Sans KR"/>
              </a:defRPr>
            </a:lvl4pPr>
            <a:lvl5pPr algn="l">
              <a:defRPr sz="1200">
                <a:solidFill>
                  <a:srgbClr val="1D4ED8"/>
                </a:solidFill>
                <a:latin typeface="IBM Plex Sans KR"/>
                <a:ea typeface="IBM Plex Sans KR"/>
                <a:cs typeface="IBM Plex Sans KR"/>
              </a:defRPr>
            </a:lvl5pPr>
            <a:lvl6pPr algn="l">
              <a:defRPr sz="1200">
                <a:solidFill>
                  <a:srgbClr val="1D4ED8"/>
                </a:solidFill>
                <a:latin typeface="IBM Plex Sans KR"/>
                <a:ea typeface="IBM Plex Sans KR"/>
                <a:cs typeface="IBM Plex Sans KR"/>
              </a:defRPr>
            </a:lvl6pPr>
            <a:lvl7pPr algn="l">
              <a:defRPr sz="1200">
                <a:solidFill>
                  <a:srgbClr val="1D4ED8"/>
                </a:solidFill>
                <a:latin typeface="IBM Plex Sans KR"/>
                <a:ea typeface="IBM Plex Sans KR"/>
                <a:cs typeface="IBM Plex Sans KR"/>
              </a:defRPr>
            </a:lvl7pPr>
            <a:lvl8pPr algn="l">
              <a:defRPr sz="1200">
                <a:solidFill>
                  <a:srgbClr val="1D4ED8"/>
                </a:solidFill>
                <a:latin typeface="IBM Plex Sans KR"/>
                <a:ea typeface="IBM Plex Sans KR"/>
                <a:cs typeface="IBM Plex Sans KR"/>
              </a:defRPr>
            </a:lvl8pPr>
            <a:lvl9pPr algn="l">
              <a:defRPr sz="1200">
                <a:solidFill>
                  <a:srgbClr val="1D4ED8"/>
                </a:solidFill>
                <a:latin typeface="IBM Plex Sans KR"/>
                <a:ea typeface="IBM Plex Sans KR"/>
                <a:cs typeface="IBM Plex Sans KR"/>
              </a:defRPr>
            </a:lvl9pPr>
          </a:lstStyle>
          <a:p xmlns:a="http://schemas.openxmlformats.org/drawingml/2006/main">
            <a:pPr marL="0" marR="0" lvl="0" indent="0" algn="l">
              <a:lnSpc>
                <a:spcPct val="150000"/>
              </a:lnSpc>
              <a:spcBef>
                <a:spcPts val="0"/>
              </a:spcBef>
              <a:spcAft>
                <a:spcPts val="0"/>
              </a:spcAft>
              <a:buClr>
                <a:srgbClr val="1D4ED8"/>
              </a:buClr>
              <a:buSzPts val="1200"/>
              <a:buFont typeface="IBM Plex Sans KR"/>
              <a:buNone/>
              <a:defRPr sz="1200">
                <a:solidFill>
                  <a:srgbClr val="1D4ED8"/>
                </a:solidFill>
                <a:latin typeface="IBM Plex Sans KR"/>
                <a:ea typeface="IBM Plex Sans KR"/>
                <a:cs typeface="IBM Plex Sans KR"/>
              </a:defRPr>
            </a:pPr>
            <a:r>
              <a:rPr sz="1200" b="0" i="0" u="none" strike="noStrike" cap="none">
                <a:solidFill>
                  <a:srgbClr val="1D4ED8"/>
                </a:solidFill>
                <a:latin typeface="IBM Plex Sans KR"/>
                <a:ea typeface="IBM Plex Sans KR"/>
                <a:cs typeface="IBM Plex Sans KR"/>
              </a:rPr>
              <a:t>규정·진단·계획·일정 연결</a:t>
            </a:r>
            <a:endParaRPr sz="1200" b="0" i="0" u="none" strike="noStrike" cap="none">
              <a:solidFill>
                <a:schemeClr val="dk1"/>
              </a:solidFill>
              <a:latin typeface="IBM Plex Sans KR"/>
              <a:ea typeface="IBM Plex Sans KR"/>
              <a:cs typeface="IBM Plex Sans KR"/>
            </a:endParaRPr>
          </a:p>
        </p:txBody>
      </p:sp>
      <p:pic>
        <p:nvPicPr>
          <p:cNvPr id="140" name="Google Shape;140;p6">
            <a:extLst xmlns:a="http://schemas.openxmlformats.org/drawingml/2006/main">
              <a:ext uri="{FF2B5EF4-FFF2-40B4-BE49-F238E27FC236}">
                <a16:creationId xmlns:a16="http://schemas.microsoft.com/office/drawing/2014/main" id="{319F9002-3B4B-4D1C-94A1-3A5379D858F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f1c9c4dddb74589">
            <a:alphaModFix/>
          </a:blip>
          <a:srcRect xmlns:a="http://schemas.openxmlformats.org/drawingml/2006/main" l="-8" t="0" r="-8" b="0"/>
          <a:stretch xmlns:a="http://schemas.openxmlformats.org/drawingml/2006/main"/>
        </p:blipFill>
        <p:spPr>
          <a:xfrm xmlns:a="http://schemas.openxmlformats.org/drawingml/2006/main">
            <a:off x="8092942" y="2559664"/>
            <a:ext cx="355564" cy="177752"/>
          </a:xfrm>
          <a:prstGeom xmlns:a="http://schemas.openxmlformats.org/drawingml/2006/main" prst="rect">
            <a:avLst/>
          </a:prstGeom>
          <a:ln xmlns:a="http://schemas.openxmlformats.org/drawingml/2006/main">
            <a:noFill/>
          </a:ln>
        </p:spPr>
      </p:pic>
      <p:pic>
        <p:nvPicPr>
          <p:cNvPr id="141" name="Google Shape;141;p6">
            <a:extLst xmlns:a="http://schemas.openxmlformats.org/drawingml/2006/main">
              <a:ext uri="{FF2B5EF4-FFF2-40B4-BE49-F238E27FC236}">
                <a16:creationId xmlns:a16="http://schemas.microsoft.com/office/drawing/2014/main" id="{3D7E3485-2A13-43CD-AD52-C29C1E4D2D5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205eee7e1454b96">
            <a:alphaModFix/>
          </a:blip>
          <a:srcRect xmlns:a="http://schemas.openxmlformats.org/drawingml/2006/main" l="-8" t="0" r="-8" b="0"/>
          <a:stretch xmlns:a="http://schemas.openxmlformats.org/drawingml/2006/main"/>
        </p:blipFill>
        <p:spPr>
          <a:xfrm xmlns:a="http://schemas.openxmlformats.org/drawingml/2006/main">
            <a:off x="8092942" y="2813605"/>
            <a:ext cx="355564" cy="177752"/>
          </a:xfrm>
          <a:prstGeom xmlns:a="http://schemas.openxmlformats.org/drawingml/2006/main" prst="rect">
            <a:avLst/>
          </a:prstGeom>
          <a:ln xmlns:a="http://schemas.openxmlformats.org/drawingml/2006/main">
            <a:noFill/>
          </a:ln>
        </p:spPr>
      </p:pic>
      <p:sp>
        <p:nvSpPr>
          <p:cNvPr id="142" name="Google Shape;142;p6">
            <a:extLst xmlns:a="http://schemas.openxmlformats.org/drawingml/2006/main">
              <a:ext uri="{FF2B5EF4-FFF2-40B4-BE49-F238E27FC236}">
                <a16:creationId xmlns:a16="http://schemas.microsoft.com/office/drawing/2014/main" id="{3201403D-50DD-4E21-88F1-B778809FF6E5}"/>
              </a:ext>
            </a:extLst>
          </p:cNvPr>
          <p:cNvSpPr>
            <a:spLocks xmlns:a="http://schemas.openxmlformats.org/drawingml/2006/main" noGrp="1"/>
          </p:cNvSpPr>
          <p:nvPr/>
        </p:nvSpPr>
        <p:spPr>
          <a:xfrm xmlns:a="http://schemas.openxmlformats.org/drawingml/2006/main">
            <a:off x="8581856" y="1512432"/>
            <a:ext cx="2791041" cy="765897"/>
          </a:xfrm>
          <a:prstGeom xmlns:a="http://schemas.openxmlformats.org/drawingml/2006/main" prst="roundRect">
            <a:avLst>
              <a:gd name="adj" fmla="val 10778"/>
            </a:avLst>
          </a:prstGeom>
          <a:solidFill xmlns:a="http://schemas.openxmlformats.org/drawingml/2006/main">
            <a:srgbClr val="FFFFFF"/>
          </a:solidFill>
          <a:ln xmlns:a="http://schemas.openxmlformats.org/drawingml/2006/main" w="12700" cap="flat" cmpd="sng">
            <a:solidFill>
              <a:srgbClr val="1D4ED8"/>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3" name="Google Shape;143;p6">
            <a:extLst xmlns:a="http://schemas.openxmlformats.org/drawingml/2006/main">
              <a:ext uri="{FF2B5EF4-FFF2-40B4-BE49-F238E27FC236}">
                <a16:creationId xmlns:a16="http://schemas.microsoft.com/office/drawing/2014/main" id="{13C03EFF-A20F-4C6E-BF78-6D2563233B27}"/>
              </a:ext>
            </a:extLst>
          </p:cNvPr>
          <p:cNvSpPr>
            <a:spLocks xmlns:a="http://schemas.openxmlformats.org/drawingml/2006/main" noGrp="1"/>
          </p:cNvSpPr>
          <p:nvPr/>
        </p:nvSpPr>
        <p:spPr>
          <a:xfrm xmlns:a="http://schemas.openxmlformats.org/drawingml/2006/main">
            <a:off x="8701304" y="1631879"/>
            <a:ext cx="2628711" cy="2730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marR="0" lvl="0" indent="0" algn="l">
              <a:lnSpc>
                <a:spcPct val="150000"/>
              </a:lnSpc>
              <a:spcBef>
                <a:spcPts val="0"/>
              </a:spcBef>
              <a:spcAft>
                <a:spcPts val="0"/>
              </a:spcAft>
              <a:buClr>
                <a:srgbClr val="1F2937"/>
              </a:buClr>
              <a:buSzPts val="1300"/>
              <a:buFont typeface="IBM Plex Sans KR"/>
              <a:buNone/>
            </a:pPr>
            <a:r>
              <a:rPr sz="1300" b="1" i="0" u="none" strike="noStrike" cap="none">
                <a:solidFill>
                  <a:srgbClr val="1F2937"/>
                </a:solidFill>
                <a:latin typeface="IBM Plex Sans KR"/>
                <a:ea typeface="IBM Plex Sans KR"/>
                <a:cs typeface="IBM Plex Sans KR"/>
              </a:rPr>
              <a:t>지식 (RAG)</a:t>
            </a:r>
            <a:endParaRPr sz="1300" b="0" i="0" u="none" strike="noStrike" cap="none">
              <a:solidFill>
                <a:schemeClr val="dk1"/>
              </a:solidFill>
              <a:latin typeface="IBM Plex Sans KR"/>
              <a:ea typeface="IBM Plex Sans KR"/>
              <a:cs typeface="IBM Plex Sans KR"/>
            </a:endParaRPr>
          </a:p>
        </p:txBody>
      </p:sp>
      <p:sp>
        <p:nvSpPr>
          <p:cNvPr id="144" name="Google Shape;144;p6">
            <a:extLst xmlns:a="http://schemas.openxmlformats.org/drawingml/2006/main">
              <a:ext uri="{FF2B5EF4-FFF2-40B4-BE49-F238E27FC236}">
                <a16:creationId xmlns:a16="http://schemas.microsoft.com/office/drawing/2014/main" id="{20D7FC3D-510B-4DA6-BDD9-E879588EE7FA}"/>
              </a:ext>
            </a:extLst>
          </p:cNvPr>
          <p:cNvSpPr>
            <a:spLocks xmlns:a="http://schemas.openxmlformats.org/drawingml/2006/main" noGrp="1"/>
          </p:cNvSpPr>
          <p:nvPr/>
        </p:nvSpPr>
        <p:spPr>
          <a:xfrm xmlns:a="http://schemas.openxmlformats.org/drawingml/2006/main">
            <a:off x="8701304" y="1930316"/>
            <a:ext cx="2628711" cy="2539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fontScale="92579"/>
          </a:bodyPr>
          <a:lstStyle xmlns:a="http://schemas.openxmlformats.org/drawingml/2006/main">
            <a:defPPr algn="l">
              <a:defRPr sz="1200">
                <a:solidFill>
                  <a:srgbClr val="1D4ED8"/>
                </a:solidFill>
                <a:latin typeface="IBM Plex Sans KR"/>
                <a:ea typeface="IBM Plex Sans KR"/>
                <a:cs typeface="IBM Plex Sans KR"/>
              </a:defRPr>
            </a:defPPr>
            <a:lvl1pPr algn="l">
              <a:defRPr sz="1200">
                <a:solidFill>
                  <a:srgbClr val="1D4ED8"/>
                </a:solidFill>
                <a:latin typeface="IBM Plex Sans KR"/>
                <a:ea typeface="IBM Plex Sans KR"/>
                <a:cs typeface="IBM Plex Sans KR"/>
              </a:defRPr>
            </a:lvl1pPr>
            <a:lvl2pPr algn="l">
              <a:defRPr sz="1200">
                <a:solidFill>
                  <a:srgbClr val="1D4ED8"/>
                </a:solidFill>
                <a:latin typeface="IBM Plex Sans KR"/>
                <a:ea typeface="IBM Plex Sans KR"/>
                <a:cs typeface="IBM Plex Sans KR"/>
              </a:defRPr>
            </a:lvl2pPr>
            <a:lvl3pPr algn="l">
              <a:defRPr sz="1200">
                <a:solidFill>
                  <a:srgbClr val="1D4ED8"/>
                </a:solidFill>
                <a:latin typeface="IBM Plex Sans KR"/>
                <a:ea typeface="IBM Plex Sans KR"/>
                <a:cs typeface="IBM Plex Sans KR"/>
              </a:defRPr>
            </a:lvl3pPr>
            <a:lvl4pPr algn="l">
              <a:defRPr sz="1200">
                <a:solidFill>
                  <a:srgbClr val="1D4ED8"/>
                </a:solidFill>
                <a:latin typeface="IBM Plex Sans KR"/>
                <a:ea typeface="IBM Plex Sans KR"/>
                <a:cs typeface="IBM Plex Sans KR"/>
              </a:defRPr>
            </a:lvl4pPr>
            <a:lvl5pPr algn="l">
              <a:defRPr sz="1200">
                <a:solidFill>
                  <a:srgbClr val="1D4ED8"/>
                </a:solidFill>
                <a:latin typeface="IBM Plex Sans KR"/>
                <a:ea typeface="IBM Plex Sans KR"/>
                <a:cs typeface="IBM Plex Sans KR"/>
              </a:defRPr>
            </a:lvl5pPr>
            <a:lvl6pPr algn="l">
              <a:defRPr sz="1200">
                <a:solidFill>
                  <a:srgbClr val="1D4ED8"/>
                </a:solidFill>
                <a:latin typeface="IBM Plex Sans KR"/>
                <a:ea typeface="IBM Plex Sans KR"/>
                <a:cs typeface="IBM Plex Sans KR"/>
              </a:defRPr>
            </a:lvl6pPr>
            <a:lvl7pPr algn="l">
              <a:defRPr sz="1200">
                <a:solidFill>
                  <a:srgbClr val="1D4ED8"/>
                </a:solidFill>
                <a:latin typeface="IBM Plex Sans KR"/>
                <a:ea typeface="IBM Plex Sans KR"/>
                <a:cs typeface="IBM Plex Sans KR"/>
              </a:defRPr>
            </a:lvl7pPr>
            <a:lvl8pPr algn="l">
              <a:defRPr sz="1200">
                <a:solidFill>
                  <a:srgbClr val="1D4ED8"/>
                </a:solidFill>
                <a:latin typeface="IBM Plex Sans KR"/>
                <a:ea typeface="IBM Plex Sans KR"/>
                <a:cs typeface="IBM Plex Sans KR"/>
              </a:defRPr>
            </a:lvl8pPr>
            <a:lvl9pPr algn="l">
              <a:defRPr sz="1200">
                <a:solidFill>
                  <a:srgbClr val="1D4ED8"/>
                </a:solidFill>
                <a:latin typeface="IBM Plex Sans KR"/>
                <a:ea typeface="IBM Plex Sans KR"/>
                <a:cs typeface="IBM Plex Sans KR"/>
              </a:defRPr>
            </a:lvl9pPr>
          </a:lstStyle>
          <a:p xmlns:a="http://schemas.openxmlformats.org/drawingml/2006/main">
            <a:pPr marL="0" marR="0" lvl="0" indent="0" algn="l">
              <a:lnSpc>
                <a:spcPct val="150000"/>
              </a:lnSpc>
              <a:spcBef>
                <a:spcPts val="0"/>
              </a:spcBef>
              <a:spcAft>
                <a:spcPts val="0"/>
              </a:spcAft>
              <a:buClr>
                <a:srgbClr val="1D4ED8"/>
              </a:buClr>
              <a:buSzPts val="1200"/>
              <a:buFont typeface="IBM Plex Sans KR"/>
              <a:buNone/>
              <a:defRPr sz="1200">
                <a:solidFill>
                  <a:srgbClr val="1D4ED8"/>
                </a:solidFill>
                <a:latin typeface="IBM Plex Sans KR"/>
                <a:ea typeface="IBM Plex Sans KR"/>
                <a:cs typeface="IBM Plex Sans KR"/>
              </a:defRPr>
            </a:pPr>
            <a:r>
              <a:rPr sz="1200" b="0" i="0" u="none" strike="noStrike" cap="none">
                <a:solidFill>
                  <a:srgbClr val="1D4ED8"/>
                </a:solidFill>
                <a:latin typeface="IBM Plex Sans KR"/>
                <a:ea typeface="IBM Plex Sans KR"/>
                <a:cs typeface="IBM Plex Sans KR"/>
              </a:rPr>
              <a:t>Chroma + 로컬 MiniLM</a:t>
            </a:r>
            <a:endParaRPr sz="1200" b="0" i="0" u="none" strike="noStrike" cap="none">
              <a:solidFill>
                <a:schemeClr val="dk1"/>
              </a:solidFill>
              <a:latin typeface="IBM Plex Sans KR"/>
              <a:ea typeface="IBM Plex Sans KR"/>
              <a:cs typeface="IBM Plex Sans KR"/>
            </a:endParaRPr>
          </a:p>
        </p:txBody>
      </p:sp>
      <p:sp>
        <p:nvSpPr>
          <p:cNvPr id="145" name="Google Shape;145;p6">
            <a:extLst xmlns:a="http://schemas.openxmlformats.org/drawingml/2006/main">
              <a:ext uri="{FF2B5EF4-FFF2-40B4-BE49-F238E27FC236}">
                <a16:creationId xmlns:a16="http://schemas.microsoft.com/office/drawing/2014/main" id="{E5B53302-A35D-4E70-B9A6-6880BB82C608}"/>
              </a:ext>
            </a:extLst>
          </p:cNvPr>
          <p:cNvSpPr>
            <a:spLocks xmlns:a="http://schemas.openxmlformats.org/drawingml/2006/main" noGrp="1"/>
          </p:cNvSpPr>
          <p:nvPr/>
        </p:nvSpPr>
        <p:spPr>
          <a:xfrm xmlns:a="http://schemas.openxmlformats.org/drawingml/2006/main">
            <a:off x="8581856" y="2392592"/>
            <a:ext cx="2791041" cy="765897"/>
          </a:xfrm>
          <a:prstGeom xmlns:a="http://schemas.openxmlformats.org/drawingml/2006/main" prst="roundRect">
            <a:avLst>
              <a:gd name="adj" fmla="val 10778"/>
            </a:avLst>
          </a:prstGeom>
          <a:solidFill xmlns:a="http://schemas.openxmlformats.org/drawingml/2006/main">
            <a:srgbClr val="FFFFFF"/>
          </a:solidFill>
          <a:ln xmlns:a="http://schemas.openxmlformats.org/drawingml/2006/main" w="12700" cap="flat" cmpd="sng">
            <a:solidFill>
              <a:srgbClr val="1D4ED8"/>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6" name="Google Shape;146;p6">
            <a:extLst xmlns:a="http://schemas.openxmlformats.org/drawingml/2006/main">
              <a:ext uri="{FF2B5EF4-FFF2-40B4-BE49-F238E27FC236}">
                <a16:creationId xmlns:a16="http://schemas.microsoft.com/office/drawing/2014/main" id="{9E6BEE7A-981A-4A89-882A-A33B60893A72}"/>
              </a:ext>
            </a:extLst>
          </p:cNvPr>
          <p:cNvSpPr>
            <a:spLocks xmlns:a="http://schemas.openxmlformats.org/drawingml/2006/main" noGrp="1"/>
          </p:cNvSpPr>
          <p:nvPr/>
        </p:nvSpPr>
        <p:spPr>
          <a:xfrm xmlns:a="http://schemas.openxmlformats.org/drawingml/2006/main">
            <a:off x="8701304" y="2512039"/>
            <a:ext cx="2628711" cy="2730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marR="0" lvl="0" indent="0" algn="l">
              <a:lnSpc>
                <a:spcPct val="150000"/>
              </a:lnSpc>
              <a:spcBef>
                <a:spcPts val="0"/>
              </a:spcBef>
              <a:spcAft>
                <a:spcPts val="0"/>
              </a:spcAft>
              <a:buClr>
                <a:srgbClr val="1F2937"/>
              </a:buClr>
              <a:buSzPts val="1300"/>
              <a:buFont typeface="IBM Plex Sans KR"/>
              <a:buNone/>
            </a:pPr>
            <a:r>
              <a:rPr sz="1300" b="1" i="0" u="none" strike="noStrike" cap="none">
                <a:solidFill>
                  <a:srgbClr val="1F2937"/>
                </a:solidFill>
                <a:latin typeface="IBM Plex Sans KR"/>
                <a:ea typeface="IBM Plex Sans KR"/>
                <a:cs typeface="IBM Plex Sans KR"/>
              </a:rPr>
              <a:t>도구 (MCP 서버)</a:t>
            </a:r>
            <a:endParaRPr sz="1300" b="0" i="0" u="none" strike="noStrike" cap="none">
              <a:solidFill>
                <a:schemeClr val="dk1"/>
              </a:solidFill>
              <a:latin typeface="IBM Plex Sans KR"/>
              <a:ea typeface="IBM Plex Sans KR"/>
              <a:cs typeface="IBM Plex Sans KR"/>
            </a:endParaRPr>
          </a:p>
        </p:txBody>
      </p:sp>
      <p:sp>
        <p:nvSpPr>
          <p:cNvPr id="147" name="Google Shape;147;p6">
            <a:extLst xmlns:a="http://schemas.openxmlformats.org/drawingml/2006/main">
              <a:ext uri="{FF2B5EF4-FFF2-40B4-BE49-F238E27FC236}">
                <a16:creationId xmlns:a16="http://schemas.microsoft.com/office/drawing/2014/main" id="{1D38EE03-0224-4132-8DCE-B0174045E363}"/>
              </a:ext>
            </a:extLst>
          </p:cNvPr>
          <p:cNvSpPr>
            <a:spLocks xmlns:a="http://schemas.openxmlformats.org/drawingml/2006/main" noGrp="1"/>
          </p:cNvSpPr>
          <p:nvPr/>
        </p:nvSpPr>
        <p:spPr>
          <a:xfrm xmlns:a="http://schemas.openxmlformats.org/drawingml/2006/main">
            <a:off x="8701304" y="2810477"/>
            <a:ext cx="2628711" cy="2539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fontScale="92579"/>
          </a:bodyPr>
          <a:lstStyle xmlns:a="http://schemas.openxmlformats.org/drawingml/2006/main">
            <a:defPPr algn="l">
              <a:defRPr sz="1200">
                <a:solidFill>
                  <a:srgbClr val="1D4ED8"/>
                </a:solidFill>
                <a:latin typeface="IBM Plex Sans KR"/>
                <a:ea typeface="IBM Plex Sans KR"/>
                <a:cs typeface="IBM Plex Sans KR"/>
              </a:defRPr>
            </a:defPPr>
            <a:lvl1pPr algn="l">
              <a:defRPr sz="1200">
                <a:solidFill>
                  <a:srgbClr val="1D4ED8"/>
                </a:solidFill>
                <a:latin typeface="IBM Plex Sans KR"/>
                <a:ea typeface="IBM Plex Sans KR"/>
                <a:cs typeface="IBM Plex Sans KR"/>
              </a:defRPr>
            </a:lvl1pPr>
            <a:lvl2pPr algn="l">
              <a:defRPr sz="1200">
                <a:solidFill>
                  <a:srgbClr val="1D4ED8"/>
                </a:solidFill>
                <a:latin typeface="IBM Plex Sans KR"/>
                <a:ea typeface="IBM Plex Sans KR"/>
                <a:cs typeface="IBM Plex Sans KR"/>
              </a:defRPr>
            </a:lvl2pPr>
            <a:lvl3pPr algn="l">
              <a:defRPr sz="1200">
                <a:solidFill>
                  <a:srgbClr val="1D4ED8"/>
                </a:solidFill>
                <a:latin typeface="IBM Plex Sans KR"/>
                <a:ea typeface="IBM Plex Sans KR"/>
                <a:cs typeface="IBM Plex Sans KR"/>
              </a:defRPr>
            </a:lvl3pPr>
            <a:lvl4pPr algn="l">
              <a:defRPr sz="1200">
                <a:solidFill>
                  <a:srgbClr val="1D4ED8"/>
                </a:solidFill>
                <a:latin typeface="IBM Plex Sans KR"/>
                <a:ea typeface="IBM Plex Sans KR"/>
                <a:cs typeface="IBM Plex Sans KR"/>
              </a:defRPr>
            </a:lvl4pPr>
            <a:lvl5pPr algn="l">
              <a:defRPr sz="1200">
                <a:solidFill>
                  <a:srgbClr val="1D4ED8"/>
                </a:solidFill>
                <a:latin typeface="IBM Plex Sans KR"/>
                <a:ea typeface="IBM Plex Sans KR"/>
                <a:cs typeface="IBM Plex Sans KR"/>
              </a:defRPr>
            </a:lvl5pPr>
            <a:lvl6pPr algn="l">
              <a:defRPr sz="1200">
                <a:solidFill>
                  <a:srgbClr val="1D4ED8"/>
                </a:solidFill>
                <a:latin typeface="IBM Plex Sans KR"/>
                <a:ea typeface="IBM Plex Sans KR"/>
                <a:cs typeface="IBM Plex Sans KR"/>
              </a:defRPr>
            </a:lvl6pPr>
            <a:lvl7pPr algn="l">
              <a:defRPr sz="1200">
                <a:solidFill>
                  <a:srgbClr val="1D4ED8"/>
                </a:solidFill>
                <a:latin typeface="IBM Plex Sans KR"/>
                <a:ea typeface="IBM Plex Sans KR"/>
                <a:cs typeface="IBM Plex Sans KR"/>
              </a:defRPr>
            </a:lvl7pPr>
            <a:lvl8pPr algn="l">
              <a:defRPr sz="1200">
                <a:solidFill>
                  <a:srgbClr val="1D4ED8"/>
                </a:solidFill>
                <a:latin typeface="IBM Plex Sans KR"/>
                <a:ea typeface="IBM Plex Sans KR"/>
                <a:cs typeface="IBM Plex Sans KR"/>
              </a:defRPr>
            </a:lvl8pPr>
            <a:lvl9pPr algn="l">
              <a:defRPr sz="1200">
                <a:solidFill>
                  <a:srgbClr val="1D4ED8"/>
                </a:solidFill>
                <a:latin typeface="IBM Plex Sans KR"/>
                <a:ea typeface="IBM Plex Sans KR"/>
                <a:cs typeface="IBM Plex Sans KR"/>
              </a:defRPr>
            </a:lvl9pPr>
          </a:lstStyle>
          <a:p xmlns:a="http://schemas.openxmlformats.org/drawingml/2006/main">
            <a:pPr marL="0" marR="0" lvl="0" indent="0" algn="l">
              <a:lnSpc>
                <a:spcPct val="150000"/>
              </a:lnSpc>
              <a:spcBef>
                <a:spcPts val="0"/>
              </a:spcBef>
              <a:spcAft>
                <a:spcPts val="0"/>
              </a:spcAft>
              <a:buClr>
                <a:srgbClr val="1D4ED8"/>
              </a:buClr>
              <a:buSzPts val="1200"/>
              <a:buFont typeface="IBM Plex Sans KR"/>
              <a:buNone/>
              <a:defRPr sz="1200">
                <a:solidFill>
                  <a:srgbClr val="1D4ED8"/>
                </a:solidFill>
                <a:latin typeface="IBM Plex Sans KR"/>
                <a:ea typeface="IBM Plex Sans KR"/>
                <a:cs typeface="IBM Plex Sans KR"/>
              </a:defRPr>
            </a:pPr>
            <a:r>
              <a:rPr sz="1200" b="0" i="0" u="none" strike="noStrike" cap="none">
                <a:solidFill>
                  <a:srgbClr val="1D4ED8"/>
                </a:solidFill>
                <a:latin typeface="IBM Plex Sans KR"/>
                <a:ea typeface="IBM Plex Sans KR"/>
                <a:cs typeface="IBM Plex Sans KR"/>
              </a:rPr>
              <a:t>진단·계획·검색·승인 ICS</a:t>
            </a:r>
            <a:endParaRPr sz="1200" b="0" i="0" u="none" strike="noStrike" cap="none">
              <a:solidFill>
                <a:schemeClr val="dk1"/>
              </a:solidFill>
              <a:latin typeface="IBM Plex Sans KR"/>
              <a:ea typeface="IBM Plex Sans KR"/>
              <a:cs typeface="IBM Plex Sans KR"/>
            </a:endParaRPr>
          </a:p>
        </p:txBody>
      </p:sp>
      <p:sp>
        <p:nvSpPr>
          <p:cNvPr id="148" name="Google Shape;148;p6">
            <a:extLst xmlns:a="http://schemas.openxmlformats.org/drawingml/2006/main">
              <a:ext uri="{FF2B5EF4-FFF2-40B4-BE49-F238E27FC236}">
                <a16:creationId xmlns:a16="http://schemas.microsoft.com/office/drawing/2014/main" id="{DA4B6472-439C-4ADA-9772-BC4EF02737D4}"/>
              </a:ext>
            </a:extLst>
          </p:cNvPr>
          <p:cNvSpPr>
            <a:spLocks xmlns:a="http://schemas.openxmlformats.org/drawingml/2006/main" noGrp="1"/>
          </p:cNvSpPr>
          <p:nvPr/>
        </p:nvSpPr>
        <p:spPr>
          <a:xfrm xmlns:a="http://schemas.openxmlformats.org/drawingml/2006/main">
            <a:off x="8581856" y="3272752"/>
            <a:ext cx="2791041" cy="765897"/>
          </a:xfrm>
          <a:prstGeom xmlns:a="http://schemas.openxmlformats.org/drawingml/2006/main" prst="roundRect">
            <a:avLst>
              <a:gd name="adj" fmla="val 10778"/>
            </a:avLst>
          </a:prstGeom>
          <a:solidFill xmlns:a="http://schemas.openxmlformats.org/drawingml/2006/main">
            <a:srgbClr val="FFFFFF"/>
          </a:solidFill>
          <a:ln xmlns:a="http://schemas.openxmlformats.org/drawingml/2006/main" w="12700" cap="flat" cmpd="sng">
            <a:solidFill>
              <a:srgbClr val="1D4ED8"/>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6">
            <a:extLst xmlns:a="http://schemas.openxmlformats.org/drawingml/2006/main">
              <a:ext uri="{FF2B5EF4-FFF2-40B4-BE49-F238E27FC236}">
                <a16:creationId xmlns:a16="http://schemas.microsoft.com/office/drawing/2014/main" id="{A5310B5C-797F-4748-94D2-B685C82AEC48}"/>
              </a:ext>
            </a:extLst>
          </p:cNvPr>
          <p:cNvSpPr>
            <a:spLocks xmlns:a="http://schemas.openxmlformats.org/drawingml/2006/main" noGrp="1"/>
          </p:cNvSpPr>
          <p:nvPr/>
        </p:nvSpPr>
        <p:spPr>
          <a:xfrm xmlns:a="http://schemas.openxmlformats.org/drawingml/2006/main">
            <a:off x="8701304" y="3392199"/>
            <a:ext cx="2628711" cy="2730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marR="0" lvl="0" indent="0" algn="l">
              <a:lnSpc>
                <a:spcPct val="150000"/>
              </a:lnSpc>
              <a:spcBef>
                <a:spcPts val="0"/>
              </a:spcBef>
              <a:spcAft>
                <a:spcPts val="0"/>
              </a:spcAft>
              <a:buClr>
                <a:srgbClr val="1F2937"/>
              </a:buClr>
              <a:buSzPts val="1300"/>
              <a:buFont typeface="IBM Plex Sans KR"/>
              <a:buNone/>
            </a:pPr>
            <a:r>
              <a:rPr sz="1300" b="1" i="0" u="none" strike="noStrike" cap="none">
                <a:solidFill>
                  <a:srgbClr val="1F2937"/>
                </a:solidFill>
                <a:latin typeface="IBM Plex Sans KR"/>
                <a:ea typeface="IBM Plex Sans KR"/>
                <a:cs typeface="IBM Plex Sans KR"/>
              </a:rPr>
              <a:t>메모리</a:t>
            </a:r>
            <a:endParaRPr sz="1300" b="0" i="0" u="none" strike="noStrike" cap="none">
              <a:solidFill>
                <a:schemeClr val="dk1"/>
              </a:solidFill>
              <a:latin typeface="IBM Plex Sans KR"/>
              <a:ea typeface="IBM Plex Sans KR"/>
              <a:cs typeface="IBM Plex Sans KR"/>
            </a:endParaRPr>
          </a:p>
        </p:txBody>
      </p:sp>
      <p:sp>
        <p:nvSpPr>
          <p:cNvPr id="150" name="Google Shape;150;p6">
            <a:extLst xmlns:a="http://schemas.openxmlformats.org/drawingml/2006/main">
              <a:ext uri="{FF2B5EF4-FFF2-40B4-BE49-F238E27FC236}">
                <a16:creationId xmlns:a16="http://schemas.microsoft.com/office/drawing/2014/main" id="{F9BE1C09-5D38-4314-8CC0-CDF431BF0DF7}"/>
              </a:ext>
            </a:extLst>
          </p:cNvPr>
          <p:cNvSpPr>
            <a:spLocks xmlns:a="http://schemas.openxmlformats.org/drawingml/2006/main" noGrp="1"/>
          </p:cNvSpPr>
          <p:nvPr/>
        </p:nvSpPr>
        <p:spPr>
          <a:xfrm xmlns:a="http://schemas.openxmlformats.org/drawingml/2006/main">
            <a:off x="8701304" y="3690637"/>
            <a:ext cx="2628711" cy="2539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fontScale="92579"/>
          </a:bodyPr>
          <a:lstStyle xmlns:a="http://schemas.openxmlformats.org/drawingml/2006/main">
            <a:defPPr algn="l">
              <a:defRPr sz="1200">
                <a:solidFill>
                  <a:srgbClr val="1D4ED8"/>
                </a:solidFill>
                <a:latin typeface="IBM Plex Sans KR"/>
                <a:ea typeface="IBM Plex Sans KR"/>
                <a:cs typeface="IBM Plex Sans KR"/>
              </a:defRPr>
            </a:defPPr>
            <a:lvl1pPr algn="l">
              <a:defRPr sz="1200">
                <a:solidFill>
                  <a:srgbClr val="1D4ED8"/>
                </a:solidFill>
                <a:latin typeface="IBM Plex Sans KR"/>
                <a:ea typeface="IBM Plex Sans KR"/>
                <a:cs typeface="IBM Plex Sans KR"/>
              </a:defRPr>
            </a:lvl1pPr>
            <a:lvl2pPr algn="l">
              <a:defRPr sz="1200">
                <a:solidFill>
                  <a:srgbClr val="1D4ED8"/>
                </a:solidFill>
                <a:latin typeface="IBM Plex Sans KR"/>
                <a:ea typeface="IBM Plex Sans KR"/>
                <a:cs typeface="IBM Plex Sans KR"/>
              </a:defRPr>
            </a:lvl2pPr>
            <a:lvl3pPr algn="l">
              <a:defRPr sz="1200">
                <a:solidFill>
                  <a:srgbClr val="1D4ED8"/>
                </a:solidFill>
                <a:latin typeface="IBM Plex Sans KR"/>
                <a:ea typeface="IBM Plex Sans KR"/>
                <a:cs typeface="IBM Plex Sans KR"/>
              </a:defRPr>
            </a:lvl3pPr>
            <a:lvl4pPr algn="l">
              <a:defRPr sz="1200">
                <a:solidFill>
                  <a:srgbClr val="1D4ED8"/>
                </a:solidFill>
                <a:latin typeface="IBM Plex Sans KR"/>
                <a:ea typeface="IBM Plex Sans KR"/>
                <a:cs typeface="IBM Plex Sans KR"/>
              </a:defRPr>
            </a:lvl4pPr>
            <a:lvl5pPr algn="l">
              <a:defRPr sz="1200">
                <a:solidFill>
                  <a:srgbClr val="1D4ED8"/>
                </a:solidFill>
                <a:latin typeface="IBM Plex Sans KR"/>
                <a:ea typeface="IBM Plex Sans KR"/>
                <a:cs typeface="IBM Plex Sans KR"/>
              </a:defRPr>
            </a:lvl5pPr>
            <a:lvl6pPr algn="l">
              <a:defRPr sz="1200">
                <a:solidFill>
                  <a:srgbClr val="1D4ED8"/>
                </a:solidFill>
                <a:latin typeface="IBM Plex Sans KR"/>
                <a:ea typeface="IBM Plex Sans KR"/>
                <a:cs typeface="IBM Plex Sans KR"/>
              </a:defRPr>
            </a:lvl6pPr>
            <a:lvl7pPr algn="l">
              <a:defRPr sz="1200">
                <a:solidFill>
                  <a:srgbClr val="1D4ED8"/>
                </a:solidFill>
                <a:latin typeface="IBM Plex Sans KR"/>
                <a:ea typeface="IBM Plex Sans KR"/>
                <a:cs typeface="IBM Plex Sans KR"/>
              </a:defRPr>
            </a:lvl7pPr>
            <a:lvl8pPr algn="l">
              <a:defRPr sz="1200">
                <a:solidFill>
                  <a:srgbClr val="1D4ED8"/>
                </a:solidFill>
                <a:latin typeface="IBM Plex Sans KR"/>
                <a:ea typeface="IBM Plex Sans KR"/>
                <a:cs typeface="IBM Plex Sans KR"/>
              </a:defRPr>
            </a:lvl8pPr>
            <a:lvl9pPr algn="l">
              <a:defRPr sz="1200">
                <a:solidFill>
                  <a:srgbClr val="1D4ED8"/>
                </a:solidFill>
                <a:latin typeface="IBM Plex Sans KR"/>
                <a:ea typeface="IBM Plex Sans KR"/>
                <a:cs typeface="IBM Plex Sans KR"/>
              </a:defRPr>
            </a:lvl9pPr>
          </a:lstStyle>
          <a:p xmlns:a="http://schemas.openxmlformats.org/drawingml/2006/main">
            <a:pPr marL="0" marR="0" lvl="0" indent="0" algn="l">
              <a:lnSpc>
                <a:spcPct val="150000"/>
              </a:lnSpc>
              <a:spcBef>
                <a:spcPts val="0"/>
              </a:spcBef>
              <a:spcAft>
                <a:spcPts val="0"/>
              </a:spcAft>
              <a:buClr>
                <a:srgbClr val="1D4ED8"/>
              </a:buClr>
              <a:buSzPts val="1200"/>
              <a:buFont typeface="IBM Plex Sans KR"/>
              <a:buNone/>
              <a:defRPr sz="1200">
                <a:solidFill>
                  <a:srgbClr val="1D4ED8"/>
                </a:solidFill>
                <a:latin typeface="IBM Plex Sans KR"/>
                <a:ea typeface="IBM Plex Sans KR"/>
                <a:cs typeface="IBM Plex Sans KR"/>
              </a:defRPr>
            </a:pPr>
            <a:r>
              <a:rPr sz="1200" b="0" i="0" u="none" strike="noStrike" cap="none">
                <a:solidFill>
                  <a:srgbClr val="1D4ED8"/>
                </a:solidFill>
                <a:latin typeface="IBM Plex Sans KR"/>
                <a:ea typeface="IBM Plex Sans KR"/>
                <a:cs typeface="IBM Plex Sans KR"/>
              </a:rPr>
              <a:t>프로세스 메모리 / 최근 4회</a:t>
            </a:r>
            <a:endParaRPr sz="1200" b="0" i="0" u="none" strike="noStrike" cap="none">
              <a:solidFill>
                <a:schemeClr val="dk1"/>
              </a:solidFill>
              <a:latin typeface="IBM Plex Sans KR"/>
              <a:ea typeface="IBM Plex Sans KR"/>
              <a:cs typeface="IBM Plex Sans KR"/>
            </a:endParaRPr>
          </a:p>
        </p:txBody>
      </p:sp>
      <p:sp>
        <p:nvSpPr>
          <p:cNvPr id="151" name="Google Shape;151;p6">
            <a:extLst xmlns:a="http://schemas.openxmlformats.org/drawingml/2006/main">
              <a:ext uri="{FF2B5EF4-FFF2-40B4-BE49-F238E27FC236}">
                <a16:creationId xmlns:a16="http://schemas.microsoft.com/office/drawing/2014/main" id="{D7B7533E-0CCA-4532-80AA-A2E042588008}"/>
              </a:ext>
            </a:extLst>
          </p:cNvPr>
          <p:cNvSpPr>
            <a:spLocks xmlns:a="http://schemas.openxmlformats.org/drawingml/2006/main" noGrp="1"/>
          </p:cNvSpPr>
          <p:nvPr/>
        </p:nvSpPr>
        <p:spPr>
          <a:xfrm xmlns:a="http://schemas.openxmlformats.org/drawingml/2006/main">
            <a:off x="812752" y="4248187"/>
            <a:ext cx="10566495" cy="1593814"/>
          </a:xfrm>
          <a:prstGeom xmlns:a="http://schemas.openxmlformats.org/drawingml/2006/main" prst="roundRect">
            <a:avLst>
              <a:gd name="adj" fmla="val 6375"/>
            </a:avLst>
          </a:prstGeom>
          <a:solidFill xmlns:a="http://schemas.openxmlformats.org/drawingml/2006/main">
            <a:srgbClr val="EAF0FD"/>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52" name="Google Shape;152;p6">
            <a:extLst xmlns:a="http://schemas.openxmlformats.org/drawingml/2006/main">
              <a:ext uri="{FF2B5EF4-FFF2-40B4-BE49-F238E27FC236}">
                <a16:creationId xmlns:a16="http://schemas.microsoft.com/office/drawing/2014/main" id="{C707B4D7-55B6-4402-8F2D-9D5AE5D2A669}"/>
              </a:ext>
            </a:extLst>
          </p:cNvPr>
          <p:cNvSpPr>
            <a:spLocks xmlns:a="http://schemas.openxmlformats.org/drawingml/2006/main" noGrp="1"/>
          </p:cNvSpPr>
          <p:nvPr/>
        </p:nvSpPr>
        <p:spPr>
          <a:xfrm xmlns:a="http://schemas.openxmlformats.org/drawingml/2006/main">
            <a:off x="1015940" y="4425938"/>
            <a:ext cx="10464923" cy="22347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marR="0" lvl="0" indent="0" algn="l">
              <a:lnSpc>
                <a:spcPct val="130000"/>
              </a:lnSpc>
              <a:spcBef>
                <a:spcPts val="0"/>
              </a:spcBef>
              <a:spcAft>
                <a:spcPts val="0"/>
              </a:spcAft>
              <a:buClr>
                <a:srgbClr val="1D4ED8"/>
              </a:buClr>
              <a:buSzPts val="1200"/>
              <a:buFont typeface="IBM Plex Sans KR"/>
              <a:buNone/>
            </a:pPr>
            <a:r>
              <a:rPr sz="1200" b="1" i="0" u="none" strike="noStrike" cap="none">
                <a:solidFill>
                  <a:srgbClr val="1D4ED8"/>
                </a:solidFill>
                <a:latin typeface="IBM Plex Sans KR"/>
                <a:ea typeface="IBM Plex Sans KR"/>
                <a:cs typeface="IBM Plex Sans KR"/>
              </a:rPr>
              <a:t>실행 환경</a:t>
            </a:r>
            <a:endParaRPr sz="1200" b="0" i="0" u="none" strike="noStrike" cap="none">
              <a:solidFill>
                <a:schemeClr val="dk1"/>
              </a:solidFill>
              <a:latin typeface="IBM Plex Sans KR"/>
              <a:ea typeface="IBM Plex Sans KR"/>
              <a:cs typeface="IBM Plex Sans KR"/>
            </a:endParaRPr>
          </a:p>
        </p:txBody>
      </p:sp>
      <p:sp>
        <p:nvSpPr>
          <p:cNvPr id="153" name="Google Shape;153;p6">
            <a:extLst xmlns:a="http://schemas.openxmlformats.org/drawingml/2006/main">
              <a:ext uri="{FF2B5EF4-FFF2-40B4-BE49-F238E27FC236}">
                <a16:creationId xmlns:a16="http://schemas.microsoft.com/office/drawing/2014/main" id="{FA078599-54DC-45BC-96FD-03ECDC87ACAD}"/>
              </a:ext>
            </a:extLst>
          </p:cNvPr>
          <p:cNvSpPr>
            <a:spLocks xmlns:a="http://schemas.openxmlformats.org/drawingml/2006/main" noGrp="1"/>
          </p:cNvSpPr>
          <p:nvPr/>
        </p:nvSpPr>
        <p:spPr>
          <a:xfrm xmlns:a="http://schemas.openxmlformats.org/drawingml/2006/main">
            <a:off x="1015940" y="4662078"/>
            <a:ext cx="10464923" cy="2730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fontScale="91892"/>
          </a:bodyPr>
          <a:lstStyle xmlns:a="http://schemas.openxmlformats.org/drawingml/2006/main">
            <a:defPPr algn="l">
              <a:defRPr sz="1300">
                <a:solidFill>
                  <a:srgbClr val="1D4ED8"/>
                </a:solidFill>
                <a:latin typeface="IBM Plex Sans KR"/>
                <a:ea typeface="IBM Plex Sans KR"/>
                <a:cs typeface="IBM Plex Sans KR"/>
              </a:defRPr>
            </a:defPPr>
            <a:lvl1pPr algn="l">
              <a:defRPr sz="1300">
                <a:solidFill>
                  <a:srgbClr val="1D4ED8"/>
                </a:solidFill>
                <a:latin typeface="IBM Plex Sans KR"/>
                <a:ea typeface="IBM Plex Sans KR"/>
                <a:cs typeface="IBM Plex Sans KR"/>
              </a:defRPr>
            </a:lvl1pPr>
            <a:lvl2pPr algn="l">
              <a:defRPr sz="1300">
                <a:solidFill>
                  <a:srgbClr val="1D4ED8"/>
                </a:solidFill>
                <a:latin typeface="IBM Plex Sans KR"/>
                <a:ea typeface="IBM Plex Sans KR"/>
                <a:cs typeface="IBM Plex Sans KR"/>
              </a:defRPr>
            </a:lvl2pPr>
            <a:lvl3pPr algn="l">
              <a:defRPr sz="1300">
                <a:solidFill>
                  <a:srgbClr val="1D4ED8"/>
                </a:solidFill>
                <a:latin typeface="IBM Plex Sans KR"/>
                <a:ea typeface="IBM Plex Sans KR"/>
                <a:cs typeface="IBM Plex Sans KR"/>
              </a:defRPr>
            </a:lvl3pPr>
            <a:lvl4pPr algn="l">
              <a:defRPr sz="1300">
                <a:solidFill>
                  <a:srgbClr val="1D4ED8"/>
                </a:solidFill>
                <a:latin typeface="IBM Plex Sans KR"/>
                <a:ea typeface="IBM Plex Sans KR"/>
                <a:cs typeface="IBM Plex Sans KR"/>
              </a:defRPr>
            </a:lvl4pPr>
            <a:lvl5pPr algn="l">
              <a:defRPr sz="1300">
                <a:solidFill>
                  <a:srgbClr val="1D4ED8"/>
                </a:solidFill>
                <a:latin typeface="IBM Plex Sans KR"/>
                <a:ea typeface="IBM Plex Sans KR"/>
                <a:cs typeface="IBM Plex Sans KR"/>
              </a:defRPr>
            </a:lvl5pPr>
            <a:lvl6pPr algn="l">
              <a:defRPr sz="1300">
                <a:solidFill>
                  <a:srgbClr val="1D4ED8"/>
                </a:solidFill>
                <a:latin typeface="IBM Plex Sans KR"/>
                <a:ea typeface="IBM Plex Sans KR"/>
                <a:cs typeface="IBM Plex Sans KR"/>
              </a:defRPr>
            </a:lvl6pPr>
            <a:lvl7pPr algn="l">
              <a:defRPr sz="1300">
                <a:solidFill>
                  <a:srgbClr val="1D4ED8"/>
                </a:solidFill>
                <a:latin typeface="IBM Plex Sans KR"/>
                <a:ea typeface="IBM Plex Sans KR"/>
                <a:cs typeface="IBM Plex Sans KR"/>
              </a:defRPr>
            </a:lvl7pPr>
            <a:lvl8pPr algn="l">
              <a:defRPr sz="1300">
                <a:solidFill>
                  <a:srgbClr val="1D4ED8"/>
                </a:solidFill>
                <a:latin typeface="IBM Plex Sans KR"/>
                <a:ea typeface="IBM Plex Sans KR"/>
                <a:cs typeface="IBM Plex Sans KR"/>
              </a:defRPr>
            </a:lvl8pPr>
            <a:lvl9pPr algn="l">
              <a:defRPr sz="1300">
                <a:solidFill>
                  <a:srgbClr val="1D4ED8"/>
                </a:solidFill>
                <a:latin typeface="IBM Plex Sans KR"/>
                <a:ea typeface="IBM Plex Sans KR"/>
                <a:cs typeface="IBM Plex Sans KR"/>
              </a:defRPr>
            </a:lvl9pPr>
          </a:lstStyle>
          <a:p xmlns:a="http://schemas.openxmlformats.org/drawingml/2006/main">
            <a:pPr marL="0" marR="0" lvl="0" indent="0" algn="l">
              <a:lnSpc>
                <a:spcPct val="150000"/>
              </a:lnSpc>
              <a:spcBef>
                <a:spcPts val="0"/>
              </a:spcBef>
              <a:spcAft>
                <a:spcPts val="0"/>
              </a:spcAft>
              <a:buClr>
                <a:srgbClr val="1D4ED8"/>
              </a:buClr>
              <a:buSzPts val="1300"/>
              <a:buFont typeface="IBM Plex Sans KR"/>
              <a:buNone/>
              <a:defRPr sz="1300">
                <a:solidFill>
                  <a:srgbClr val="1D4ED8"/>
                </a:solidFill>
                <a:latin typeface="IBM Plex Sans KR"/>
                <a:ea typeface="IBM Plex Sans KR"/>
                <a:cs typeface="IBM Plex Sans KR"/>
              </a:defRPr>
            </a:pPr>
            <a:r>
              <a:rPr sz="1300" b="0" i="0" u="none" strike="noStrike" cap="none">
                <a:solidFill>
                  <a:srgbClr val="1D4ED8"/>
                </a:solidFill>
                <a:latin typeface="IBM Plex Sans KR"/>
                <a:ea typeface="IBM Plex Sans KR"/>
                <a:cs typeface="IBM Plex Sans KR"/>
              </a:rPr>
              <a:t>로컬 Python 실행 · Docker Compose 구성 제공 · 클라우드 배포 미적용</a:t>
            </a:r>
            <a:endParaRPr sz="1300" b="0" i="0" u="none" strike="noStrike" cap="none">
              <a:solidFill>
                <a:schemeClr val="dk1"/>
              </a:solidFill>
              <a:latin typeface="IBM Plex Sans KR"/>
              <a:ea typeface="IBM Plex Sans KR"/>
              <a:cs typeface="IBM Plex Sans KR"/>
            </a:endParaRPr>
          </a:p>
        </p:txBody>
      </p:sp>
      <p:sp>
        <p:nvSpPr>
          <p:cNvPr id="154" name="Google Shape;154;p6">
            <a:extLst xmlns:a="http://schemas.openxmlformats.org/drawingml/2006/main">
              <a:ext uri="{FF2B5EF4-FFF2-40B4-BE49-F238E27FC236}">
                <a16:creationId xmlns:a16="http://schemas.microsoft.com/office/drawing/2014/main" id="{2C246694-F874-4203-B5FF-C4B7615B569D}"/>
              </a:ext>
            </a:extLst>
          </p:cNvPr>
          <p:cNvSpPr>
            <a:spLocks xmlns:a="http://schemas.openxmlformats.org/drawingml/2006/main" noGrp="1"/>
          </p:cNvSpPr>
          <p:nvPr/>
        </p:nvSpPr>
        <p:spPr>
          <a:xfrm xmlns:a="http://schemas.openxmlformats.org/drawingml/2006/main">
            <a:off x="812752" y="6238335"/>
            <a:ext cx="2518641" cy="23869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marR="0" lvl="0" indent="0" algn="l">
              <a:lnSpc>
                <a:spcPct val="140000"/>
              </a:lnSpc>
              <a:spcBef>
                <a:spcPts val="0"/>
              </a:spcBef>
              <a:spcAft>
                <a:spcPts val="0"/>
              </a:spcAft>
              <a:buClr>
                <a:srgbClr val="1F2937"/>
              </a:buClr>
              <a:buSzPts val="1200"/>
              <a:buFont typeface="IBM Plex Sans KR"/>
              <a:buNone/>
            </a:pPr>
            <a:r>
              <a:rPr sz="1200" b="0" i="0" u="none" strike="noStrike" cap="none">
                <a:solidFill>
                  <a:srgbClr val="1F2937"/>
                </a:solidFill>
                <a:latin typeface="IBM Plex Sans KR"/>
                <a:ea typeface="IBM Plex Sans KR"/>
                <a:cs typeface="IBM Plex Sans KR"/>
              </a:rPr>
              <a:t>AI Agent 미니 프로젝트 결과 발표</a:t>
            </a:r>
            <a:endParaRPr sz="1200" b="0" i="0" u="none" strike="noStrike" cap="none">
              <a:solidFill>
                <a:schemeClr val="dk1"/>
              </a:solidFill>
              <a:latin typeface="IBM Plex Sans KR"/>
              <a:ea typeface="IBM Plex Sans KR"/>
              <a:cs typeface="IBM Plex Sans KR"/>
            </a:endParaRPr>
          </a:p>
        </p:txBody>
      </p:sp>
      <p:sp>
        <p:nvSpPr>
          <p:cNvPr id="155" name="Google Shape;155;p6">
            <a:extLst xmlns:a="http://schemas.openxmlformats.org/drawingml/2006/main">
              <a:ext uri="{FF2B5EF4-FFF2-40B4-BE49-F238E27FC236}">
                <a16:creationId xmlns:a16="http://schemas.microsoft.com/office/drawing/2014/main" id="{FB3B9816-1DCC-482C-AAAF-035ACD10030A}"/>
              </a:ext>
            </a:extLst>
          </p:cNvPr>
          <p:cNvSpPr>
            <a:spLocks xmlns:a="http://schemas.openxmlformats.org/drawingml/2006/main" noGrp="1"/>
          </p:cNvSpPr>
          <p:nvPr/>
        </p:nvSpPr>
        <p:spPr>
          <a:xfrm xmlns:a="http://schemas.openxmlformats.org/drawingml/2006/main">
            <a:off x="10974615" y="6238335"/>
            <a:ext cx="485559" cy="23869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marR="0" lvl="0" indent="0" algn="l">
              <a:lnSpc>
                <a:spcPct val="140000"/>
              </a:lnSpc>
              <a:spcBef>
                <a:spcPts val="0"/>
              </a:spcBef>
              <a:spcAft>
                <a:spcPts val="0"/>
              </a:spcAft>
              <a:buClr>
                <a:srgbClr val="1F2937"/>
              </a:buClr>
              <a:buSzPts val="1200"/>
              <a:buFont typeface="IBM Plex Sans KR"/>
              <a:buNone/>
            </a:pPr>
            <a:r>
              <a:rPr sz="1200" b="0" i="0" u="none" strike="noStrike" cap="none">
                <a:solidFill>
                  <a:srgbClr val="1F2937"/>
                </a:solidFill>
                <a:latin typeface="IBM Plex Sans KR"/>
                <a:ea typeface="IBM Plex Sans KR"/>
                <a:cs typeface="IBM Plex Sans KR"/>
              </a:rPr>
              <a:t>6 / 14</a:t>
            </a:r>
            <a:endParaRPr sz="1200" b="0" i="0" u="none" strike="noStrike" cap="none">
              <a:solidFill>
                <a:schemeClr val="dk1"/>
              </a:solidFill>
              <a:latin typeface="IBM Plex Sans KR"/>
              <a:ea typeface="IBM Plex Sans KR"/>
              <a:cs typeface="IBM Plex Sans KR"/>
            </a:endParaRPr>
          </a:p>
        </p:txBody>
      </p:sp>
      <p:sp>
        <p:nvSpPr>
          <p:cNvPr id="156" name="deployment-fact">
            <a:extLst xmlns:a="http://schemas.openxmlformats.org/drawingml/2006/main">
              <a:ext uri="{FF2B5EF4-FFF2-40B4-BE49-F238E27FC236}">
                <a16:creationId xmlns:a16="http://schemas.microsoft.com/office/drawing/2014/main" id="{FC011A45-3FD9-41C0-A95C-17D478C94290}"/>
              </a:ext>
            </a:extLst>
          </p:cNvPr>
          <p:cNvSpPr>
            <a:spLocks xmlns:a="http://schemas.openxmlformats.org/drawingml/2006/main" noGrp="1"/>
          </p:cNvSpPr>
          <p:nvPr/>
        </p:nvSpPr>
        <p:spPr>
          <a:xfrm xmlns:a="http://schemas.openxmlformats.org/drawingml/2006/main">
            <a:off x="1019175" y="523875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a:solidFill>
                  <a:srgbClr val="303A4C"/>
                </a:solidFill>
                <a:latin typeface="IBM Plex Sans KR"/>
                <a:ea typeface="IBM Plex Sans KR"/>
                <a:cs typeface="IBM Plex Sans KR"/>
              </a:defRPr>
            </a:defPPr>
            <a:lvl1pPr>
              <a:defRPr sz="1200">
                <a:solidFill>
                  <a:srgbClr val="303A4C"/>
                </a:solidFill>
                <a:latin typeface="IBM Plex Sans KR"/>
                <a:ea typeface="IBM Plex Sans KR"/>
                <a:cs typeface="IBM Plex Sans KR"/>
              </a:defRPr>
            </a:lvl1pPr>
            <a:lvl2pPr>
              <a:defRPr sz="1200">
                <a:solidFill>
                  <a:srgbClr val="303A4C"/>
                </a:solidFill>
                <a:latin typeface="IBM Plex Sans KR"/>
                <a:ea typeface="IBM Plex Sans KR"/>
                <a:cs typeface="IBM Plex Sans KR"/>
              </a:defRPr>
            </a:lvl2pPr>
            <a:lvl3pPr>
              <a:defRPr sz="1200">
                <a:solidFill>
                  <a:srgbClr val="303A4C"/>
                </a:solidFill>
                <a:latin typeface="IBM Plex Sans KR"/>
                <a:ea typeface="IBM Plex Sans KR"/>
                <a:cs typeface="IBM Plex Sans KR"/>
              </a:defRPr>
            </a:lvl3pPr>
            <a:lvl4pPr>
              <a:defRPr sz="1200">
                <a:solidFill>
                  <a:srgbClr val="303A4C"/>
                </a:solidFill>
                <a:latin typeface="IBM Plex Sans KR"/>
                <a:ea typeface="IBM Plex Sans KR"/>
                <a:cs typeface="IBM Plex Sans KR"/>
              </a:defRPr>
            </a:lvl4pPr>
            <a:lvl5pPr>
              <a:defRPr sz="1200">
                <a:solidFill>
                  <a:srgbClr val="303A4C"/>
                </a:solidFill>
                <a:latin typeface="IBM Plex Sans KR"/>
                <a:ea typeface="IBM Plex Sans KR"/>
                <a:cs typeface="IBM Plex Sans KR"/>
              </a:defRPr>
            </a:lvl5pPr>
            <a:lvl6pPr>
              <a:defRPr sz="1200">
                <a:solidFill>
                  <a:srgbClr val="303A4C"/>
                </a:solidFill>
                <a:latin typeface="IBM Plex Sans KR"/>
                <a:ea typeface="IBM Plex Sans KR"/>
                <a:cs typeface="IBM Plex Sans KR"/>
              </a:defRPr>
            </a:lvl6pPr>
            <a:lvl7pPr>
              <a:defRPr sz="1200">
                <a:solidFill>
                  <a:srgbClr val="303A4C"/>
                </a:solidFill>
                <a:latin typeface="IBM Plex Sans KR"/>
                <a:ea typeface="IBM Plex Sans KR"/>
                <a:cs typeface="IBM Plex Sans KR"/>
              </a:defRPr>
            </a:lvl7pPr>
            <a:lvl8pPr>
              <a:defRPr sz="1200">
                <a:solidFill>
                  <a:srgbClr val="303A4C"/>
                </a:solidFill>
                <a:latin typeface="IBM Plex Sans KR"/>
                <a:ea typeface="IBM Plex Sans KR"/>
                <a:cs typeface="IBM Plex Sans KR"/>
              </a:defRPr>
            </a:lvl8pPr>
            <a:lvl9pPr>
              <a:defRPr sz="1200">
                <a:solidFill>
                  <a:srgbClr val="303A4C"/>
                </a:solidFill>
                <a:latin typeface="IBM Plex Sans KR"/>
                <a:ea typeface="IBM Plex Sans KR"/>
                <a:cs typeface="IBM Plex Sans KR"/>
              </a:defRPr>
            </a:lvl9pPr>
          </a:lstStyle>
          <a:p xmlns:a="http://schemas.openxmlformats.org/drawingml/2006/main">
            <a:pPr>
              <a:lnSpc>
                <a:spcPct val="115000"/>
              </a:lnSpc>
              <a:buNone/>
              <a:defRPr sz="1200">
                <a:solidFill>
                  <a:srgbClr val="303A4C"/>
                </a:solidFill>
                <a:latin typeface="IBM Plex Sans KR"/>
                <a:ea typeface="IBM Plex Sans KR"/>
                <a:cs typeface="IBM Plex Sans KR"/>
              </a:defRPr>
            </a:pPr>
            <a:r>
              <a:rPr sz="1200">
                <a:solidFill>
                  <a:srgbClr val="303A4C"/>
                </a:solidFill>
                <a:latin typeface="IBM Plex Sans KR"/>
                <a:ea typeface="IBM Plex Sans KR"/>
                <a:cs typeface="IBM Plex Sans KR"/>
              </a:rPr>
              <a:t>직접 실행: UI→Agent · HTTP 모드: UI→FastAPI /chat→Agent→MCP/Chroma</a:t>
            </a:r>
          </a:p>
          <a:p xmlns:a="http://schemas.openxmlformats.org/drawingml/2006/main">
            <a:pPr>
              <a:lnSpc>
                <a:spcPct val="115000"/>
              </a:lnSpc>
              <a:buNone/>
              <a:defRPr sz="1200">
                <a:solidFill>
                  <a:srgbClr val="303A4C"/>
                </a:solidFill>
                <a:latin typeface="IBM Plex Sans KR"/>
                <a:ea typeface="IBM Plex Sans KR"/>
                <a:cs typeface="IBM Plex Sans KR"/>
              </a:defRPr>
            </a:pPr>
            <a:r>
              <a:rPr sz="1200">
                <a:solidFill>
                  <a:srgbClr val="303A4C"/>
                </a:solidFill>
                <a:latin typeface="IBM Plex Sans KR"/>
                <a:ea typeface="IBM Plex Sans KR"/>
                <a:cs typeface="IBM Plex Sans KR"/>
              </a:rPr>
              <a:t>HTTP 모드는 AI 설명·LangSmith 전송 없이 실행 단계를 열람한다. 최신 Compose 기동은 재검증 대기다.</a:t>
            </a:r>
          </a:p>
        </p:txBody>
      </p:sp>
    </p:spTree>
    <p:extLst>
      <p:ext uri="{BB962C8B-B14F-4D97-AF65-F5344CB8AC3E}">
        <p14:creationId xmlns:p14="http://schemas.microsoft.com/office/powerpoint/2010/main" val="1925652600"/>
      </p:ext>
    </p:extLst>
  </p:cSld>
</p:sld>
</file>

<file path=ppt/slides/slide7.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161" name="Google Shape;161;p7">
            <a:extLst xmlns:a="http://schemas.openxmlformats.org/drawingml/2006/main">
              <a:ext uri="{FF2B5EF4-FFF2-40B4-BE49-F238E27FC236}">
                <a16:creationId xmlns:a16="http://schemas.microsoft.com/office/drawing/2014/main" id="{8D764A33-AE51-4E6E-8EAC-65AE3337B73A}"/>
              </a:ext>
            </a:extLst>
          </p:cNvPr>
          <p:cNvSpPr>
            <a:spLocks xmlns:a="http://schemas.openxmlformats.org/drawingml/2006/main" noGrp="1"/>
          </p:cNvSpPr>
          <p:nvPr/>
        </p:nvSpPr>
        <p:spPr>
          <a:xfrm xmlns:a="http://schemas.openxmlformats.org/drawingml/2006/main">
            <a:off x="812752" y="660375"/>
            <a:ext cx="10883490" cy="20820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marR="0" lvl="0" indent="0" algn="l">
              <a:lnSpc>
                <a:spcPct val="120000"/>
              </a:lnSpc>
              <a:spcBef>
                <a:spcPts val="0"/>
              </a:spcBef>
              <a:spcAft>
                <a:spcPts val="0"/>
              </a:spcAft>
              <a:buClr>
                <a:srgbClr val="1D4ED8"/>
              </a:buClr>
              <a:buSzPts val="1200"/>
              <a:buFont typeface="IBM Plex Sans KR"/>
              <a:buNone/>
            </a:pPr>
            <a:r>
              <a:rPr sz="1200" b="1" i="0" u="none" strike="noStrike" cap="none">
                <a:solidFill>
                  <a:srgbClr val="1D4ED8"/>
                </a:solidFill>
                <a:latin typeface="IBM Plex Sans KR"/>
                <a:ea typeface="IBM Plex Sans KR"/>
                <a:cs typeface="IBM Plex Sans KR"/>
              </a:rPr>
              <a:t>05 · 시스템</a:t>
            </a:r>
            <a:endParaRPr sz="1200" b="0" i="0" u="none" strike="noStrike" cap="none">
              <a:solidFill>
                <a:schemeClr val="dk1"/>
              </a:solidFill>
              <a:latin typeface="IBM Plex Sans KR"/>
              <a:ea typeface="IBM Plex Sans KR"/>
              <a:cs typeface="IBM Plex Sans KR"/>
            </a:endParaRPr>
          </a:p>
        </p:txBody>
      </p:sp>
      <p:sp>
        <p:nvSpPr>
          <p:cNvPr id="162" name="Google Shape;162;p7">
            <a:extLst xmlns:a="http://schemas.openxmlformats.org/drawingml/2006/main">
              <a:ext uri="{FF2B5EF4-FFF2-40B4-BE49-F238E27FC236}">
                <a16:creationId xmlns:a16="http://schemas.microsoft.com/office/drawing/2014/main" id="{5866B220-C37D-4134-9C5F-995F7B1647F7}"/>
              </a:ext>
            </a:extLst>
          </p:cNvPr>
          <p:cNvSpPr>
            <a:spLocks xmlns:a="http://schemas.openxmlformats.org/drawingml/2006/main" noGrp="1"/>
          </p:cNvSpPr>
          <p:nvPr>
            <p:ph type="title" idx="0"/>
          </p:nvPr>
        </p:nvSpPr>
        <p:spPr>
          <a:xfrm xmlns:a="http://schemas.openxmlformats.org/drawingml/2006/main">
            <a:off x="812752" y="906680"/>
            <a:ext cx="10883490" cy="42161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lvl="0" indent="0" algn="l">
              <a:lnSpc>
                <a:spcPct val="120000"/>
              </a:lnSpc>
              <a:spcBef>
                <a:spcPts val="0"/>
              </a:spcBef>
              <a:spcAft>
                <a:spcPts val="0"/>
              </a:spcAft>
              <a:buClr>
                <a:srgbClr val="1F2937"/>
              </a:buClr>
              <a:buSzPts val="2600"/>
              <a:buFont typeface="IBM Plex Sans KR"/>
              <a:buNone/>
            </a:pPr>
            <a:r>
              <a:rPr sz="2600" b="1" i="0">
                <a:solidFill>
                  <a:srgbClr val="1F2937"/>
                </a:solidFill>
                <a:latin typeface="IBM Plex Sans KR"/>
                <a:ea typeface="IBM Plex Sans KR"/>
                <a:cs typeface="IBM Plex Sans KR"/>
              </a:rPr>
              <a:t>AI Agent 처리 흐름도</a:t>
            </a:r>
            <a:endParaRPr sz="2600"/>
          </a:p>
        </p:txBody>
      </p:sp>
      <p:sp>
        <p:nvSpPr>
          <p:cNvPr id="163" name="Google Shape;163;p7">
            <a:extLst xmlns:a="http://schemas.openxmlformats.org/drawingml/2006/main">
              <a:ext uri="{FF2B5EF4-FFF2-40B4-BE49-F238E27FC236}">
                <a16:creationId xmlns:a16="http://schemas.microsoft.com/office/drawing/2014/main" id="{2E4EDBC4-EFEF-4F92-98AF-F2C8D4EEFBC7}"/>
              </a:ext>
            </a:extLst>
          </p:cNvPr>
          <p:cNvSpPr>
            <a:spLocks xmlns:a="http://schemas.openxmlformats.org/drawingml/2006/main" noGrp="1"/>
          </p:cNvSpPr>
          <p:nvPr/>
        </p:nvSpPr>
        <p:spPr>
          <a:xfrm xmlns:a="http://schemas.openxmlformats.org/drawingml/2006/main">
            <a:off x="819102" y="1856029"/>
            <a:ext cx="1527415" cy="842145"/>
          </a:xfrm>
          <a:prstGeom xmlns:a="http://schemas.openxmlformats.org/drawingml/2006/main" prst="roundRect">
            <a:avLst>
              <a:gd name="adj" fmla="val 9802"/>
            </a:avLst>
          </a:prstGeom>
          <a:solidFill xmlns:a="http://schemas.openxmlformats.org/drawingml/2006/main">
            <a:srgbClr val="FFFFFF"/>
          </a:solidFill>
          <a:ln xmlns:a="http://schemas.openxmlformats.org/drawingml/2006/main" w="12700" cap="flat" cmpd="sng">
            <a:solidFill>
              <a:srgbClr val="1D4ED8"/>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64" name="Google Shape;164;p7">
            <a:extLst xmlns:a="http://schemas.openxmlformats.org/drawingml/2006/main">
              <a:ext uri="{FF2B5EF4-FFF2-40B4-BE49-F238E27FC236}">
                <a16:creationId xmlns:a16="http://schemas.microsoft.com/office/drawing/2014/main" id="{D9018D51-4F0D-4F4C-A351-A27B73CCD31E}"/>
              </a:ext>
            </a:extLst>
          </p:cNvPr>
          <p:cNvSpPr>
            <a:spLocks xmlns:a="http://schemas.openxmlformats.org/drawingml/2006/main" noGrp="1"/>
          </p:cNvSpPr>
          <p:nvPr/>
        </p:nvSpPr>
        <p:spPr>
          <a:xfrm xmlns:a="http://schemas.openxmlformats.org/drawingml/2006/main">
            <a:off x="976673" y="2013601"/>
            <a:ext cx="1263073" cy="2730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marR="0" lvl="0" indent="0" algn="l">
              <a:lnSpc>
                <a:spcPct val="150000"/>
              </a:lnSpc>
              <a:spcBef>
                <a:spcPts val="0"/>
              </a:spcBef>
              <a:spcAft>
                <a:spcPts val="0"/>
              </a:spcAft>
              <a:buClr>
                <a:srgbClr val="1F2937"/>
              </a:buClr>
              <a:buSzPts val="1300"/>
              <a:buFont typeface="IBM Plex Sans KR"/>
              <a:buNone/>
            </a:pPr>
            <a:r>
              <a:rPr sz="1300" b="1" i="0" u="none" strike="noStrike" cap="none">
                <a:solidFill>
                  <a:srgbClr val="1F2937"/>
                </a:solidFill>
                <a:latin typeface="IBM Plex Sans KR"/>
                <a:ea typeface="IBM Plex Sans KR"/>
                <a:cs typeface="IBM Plex Sans KR"/>
              </a:rPr>
              <a:t>① 입력</a:t>
            </a:r>
            <a:endParaRPr sz="1300" b="0" i="0" u="none" strike="noStrike" cap="none">
              <a:solidFill>
                <a:schemeClr val="dk1"/>
              </a:solidFill>
              <a:latin typeface="IBM Plex Sans KR"/>
              <a:ea typeface="IBM Plex Sans KR"/>
              <a:cs typeface="IBM Plex Sans KR"/>
            </a:endParaRPr>
          </a:p>
        </p:txBody>
      </p:sp>
      <p:sp>
        <p:nvSpPr>
          <p:cNvPr id="165" name="Google Shape;165;p7">
            <a:extLst xmlns:a="http://schemas.openxmlformats.org/drawingml/2006/main">
              <a:ext uri="{FF2B5EF4-FFF2-40B4-BE49-F238E27FC236}">
                <a16:creationId xmlns:a16="http://schemas.microsoft.com/office/drawing/2014/main" id="{B6B0B11D-2AE2-458A-8E59-C976B5048BA5}"/>
              </a:ext>
            </a:extLst>
          </p:cNvPr>
          <p:cNvSpPr>
            <a:spLocks xmlns:a="http://schemas.openxmlformats.org/drawingml/2006/main" noGrp="1"/>
          </p:cNvSpPr>
          <p:nvPr/>
        </p:nvSpPr>
        <p:spPr>
          <a:xfrm xmlns:a="http://schemas.openxmlformats.org/drawingml/2006/main">
            <a:off x="976673" y="2312039"/>
            <a:ext cx="1263073" cy="2539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fontScale="92579"/>
          </a:bodyPr>
          <a:lstStyle xmlns:a="http://schemas.openxmlformats.org/drawingml/2006/main">
            <a:defPPr algn="l">
              <a:defRPr sz="1200">
                <a:solidFill>
                  <a:srgbClr val="1D4ED8"/>
                </a:solidFill>
                <a:latin typeface="IBM Plex Sans KR"/>
                <a:ea typeface="IBM Plex Sans KR"/>
                <a:cs typeface="IBM Plex Sans KR"/>
              </a:defRPr>
            </a:defPPr>
            <a:lvl1pPr algn="l">
              <a:defRPr sz="1200">
                <a:solidFill>
                  <a:srgbClr val="1D4ED8"/>
                </a:solidFill>
                <a:latin typeface="IBM Plex Sans KR"/>
                <a:ea typeface="IBM Plex Sans KR"/>
                <a:cs typeface="IBM Plex Sans KR"/>
              </a:defRPr>
            </a:lvl1pPr>
            <a:lvl2pPr algn="l">
              <a:defRPr sz="1200">
                <a:solidFill>
                  <a:srgbClr val="1D4ED8"/>
                </a:solidFill>
                <a:latin typeface="IBM Plex Sans KR"/>
                <a:ea typeface="IBM Plex Sans KR"/>
                <a:cs typeface="IBM Plex Sans KR"/>
              </a:defRPr>
            </a:lvl2pPr>
            <a:lvl3pPr algn="l">
              <a:defRPr sz="1200">
                <a:solidFill>
                  <a:srgbClr val="1D4ED8"/>
                </a:solidFill>
                <a:latin typeface="IBM Plex Sans KR"/>
                <a:ea typeface="IBM Plex Sans KR"/>
                <a:cs typeface="IBM Plex Sans KR"/>
              </a:defRPr>
            </a:lvl3pPr>
            <a:lvl4pPr algn="l">
              <a:defRPr sz="1200">
                <a:solidFill>
                  <a:srgbClr val="1D4ED8"/>
                </a:solidFill>
                <a:latin typeface="IBM Plex Sans KR"/>
                <a:ea typeface="IBM Plex Sans KR"/>
                <a:cs typeface="IBM Plex Sans KR"/>
              </a:defRPr>
            </a:lvl4pPr>
            <a:lvl5pPr algn="l">
              <a:defRPr sz="1200">
                <a:solidFill>
                  <a:srgbClr val="1D4ED8"/>
                </a:solidFill>
                <a:latin typeface="IBM Plex Sans KR"/>
                <a:ea typeface="IBM Plex Sans KR"/>
                <a:cs typeface="IBM Plex Sans KR"/>
              </a:defRPr>
            </a:lvl5pPr>
            <a:lvl6pPr algn="l">
              <a:defRPr sz="1200">
                <a:solidFill>
                  <a:srgbClr val="1D4ED8"/>
                </a:solidFill>
                <a:latin typeface="IBM Plex Sans KR"/>
                <a:ea typeface="IBM Plex Sans KR"/>
                <a:cs typeface="IBM Plex Sans KR"/>
              </a:defRPr>
            </a:lvl6pPr>
            <a:lvl7pPr algn="l">
              <a:defRPr sz="1200">
                <a:solidFill>
                  <a:srgbClr val="1D4ED8"/>
                </a:solidFill>
                <a:latin typeface="IBM Plex Sans KR"/>
                <a:ea typeface="IBM Plex Sans KR"/>
                <a:cs typeface="IBM Plex Sans KR"/>
              </a:defRPr>
            </a:lvl7pPr>
            <a:lvl8pPr algn="l">
              <a:defRPr sz="1200">
                <a:solidFill>
                  <a:srgbClr val="1D4ED8"/>
                </a:solidFill>
                <a:latin typeface="IBM Plex Sans KR"/>
                <a:ea typeface="IBM Plex Sans KR"/>
                <a:cs typeface="IBM Plex Sans KR"/>
              </a:defRPr>
            </a:lvl8pPr>
            <a:lvl9pPr algn="l">
              <a:defRPr sz="1200">
                <a:solidFill>
                  <a:srgbClr val="1D4ED8"/>
                </a:solidFill>
                <a:latin typeface="IBM Plex Sans KR"/>
                <a:ea typeface="IBM Plex Sans KR"/>
                <a:cs typeface="IBM Plex Sans KR"/>
              </a:defRPr>
            </a:lvl9pPr>
          </a:lstStyle>
          <a:p xmlns:a="http://schemas.openxmlformats.org/drawingml/2006/main">
            <a:pPr marL="0" marR="0" lvl="0" indent="0" algn="l">
              <a:lnSpc>
                <a:spcPct val="150000"/>
              </a:lnSpc>
              <a:spcBef>
                <a:spcPts val="0"/>
              </a:spcBef>
              <a:spcAft>
                <a:spcPts val="0"/>
              </a:spcAft>
              <a:buClr>
                <a:srgbClr val="1D4ED8"/>
              </a:buClr>
              <a:buSzPts val="1200"/>
              <a:buFont typeface="IBM Plex Sans KR"/>
              <a:buNone/>
              <a:defRPr sz="1200">
                <a:solidFill>
                  <a:srgbClr val="1D4ED8"/>
                </a:solidFill>
                <a:latin typeface="IBM Plex Sans KR"/>
                <a:ea typeface="IBM Plex Sans KR"/>
                <a:cs typeface="IBM Plex Sans KR"/>
              </a:defRPr>
            </a:pPr>
            <a:r>
              <a:rPr sz="1200" b="0" i="0" u="none" strike="noStrike" cap="none">
                <a:solidFill>
                  <a:srgbClr val="1D4ED8"/>
                </a:solidFill>
                <a:latin typeface="IBM Plex Sans KR"/>
                <a:ea typeface="IBM Plex Sans KR"/>
                <a:cs typeface="IBM Plex Sans KR"/>
              </a:rPr>
              <a:t>질문 + 가상 기록</a:t>
            </a:r>
            <a:endParaRPr sz="1200" b="0" i="0" u="none" strike="noStrike" cap="none">
              <a:solidFill>
                <a:schemeClr val="dk1"/>
              </a:solidFill>
              <a:latin typeface="IBM Plex Sans KR"/>
              <a:ea typeface="IBM Plex Sans KR"/>
              <a:cs typeface="IBM Plex Sans KR"/>
            </a:endParaRPr>
          </a:p>
        </p:txBody>
      </p:sp>
      <p:pic>
        <p:nvPicPr>
          <p:cNvPr id="166" name="Google Shape;166;p7">
            <a:extLst xmlns:a="http://schemas.openxmlformats.org/drawingml/2006/main">
              <a:ext uri="{FF2B5EF4-FFF2-40B4-BE49-F238E27FC236}">
                <a16:creationId xmlns:a16="http://schemas.microsoft.com/office/drawing/2014/main" id="{460D53B4-36B9-4772-A37A-2AB41A00DED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2ec40096465a48e6">
            <a:alphaModFix/>
          </a:blip>
          <a:srcRect xmlns:a="http://schemas.openxmlformats.org/drawingml/2006/main" l="-3" t="0" r="-3" b="0"/>
          <a:stretch xmlns:a="http://schemas.openxmlformats.org/drawingml/2006/main"/>
        </p:blipFill>
        <p:spPr>
          <a:xfrm xmlns:a="http://schemas.openxmlformats.org/drawingml/2006/main">
            <a:off x="2441743" y="2162848"/>
            <a:ext cx="355564" cy="228564"/>
          </a:xfrm>
          <a:prstGeom xmlns:a="http://schemas.openxmlformats.org/drawingml/2006/main" prst="rect">
            <a:avLst/>
          </a:prstGeom>
          <a:ln xmlns:a="http://schemas.openxmlformats.org/drawingml/2006/main">
            <a:noFill/>
          </a:ln>
        </p:spPr>
      </p:pic>
      <p:sp>
        <p:nvSpPr>
          <p:cNvPr id="167" name="Google Shape;167;p7">
            <a:extLst xmlns:a="http://schemas.openxmlformats.org/drawingml/2006/main">
              <a:ext uri="{FF2B5EF4-FFF2-40B4-BE49-F238E27FC236}">
                <a16:creationId xmlns:a16="http://schemas.microsoft.com/office/drawing/2014/main" id="{23F6100D-9735-4BFA-9C03-990BE2306FB6}"/>
              </a:ext>
            </a:extLst>
          </p:cNvPr>
          <p:cNvSpPr>
            <a:spLocks xmlns:a="http://schemas.openxmlformats.org/drawingml/2006/main" noGrp="1"/>
          </p:cNvSpPr>
          <p:nvPr/>
        </p:nvSpPr>
        <p:spPr>
          <a:xfrm xmlns:a="http://schemas.openxmlformats.org/drawingml/2006/main">
            <a:off x="2892533" y="1856029"/>
            <a:ext cx="1830424" cy="842145"/>
          </a:xfrm>
          <a:prstGeom xmlns:a="http://schemas.openxmlformats.org/drawingml/2006/main" prst="roundRect">
            <a:avLst>
              <a:gd name="adj" fmla="val 9802"/>
            </a:avLst>
          </a:prstGeom>
          <a:solidFill xmlns:a="http://schemas.openxmlformats.org/drawingml/2006/main">
            <a:srgbClr val="EAF0FD"/>
          </a:solidFill>
          <a:ln xmlns:a="http://schemas.openxmlformats.org/drawingml/2006/main" w="12700" cap="flat" cmpd="sng">
            <a:solidFill>
              <a:srgbClr val="1D4ED8"/>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68" name="Google Shape;168;p7">
            <a:extLst xmlns:a="http://schemas.openxmlformats.org/drawingml/2006/main">
              <a:ext uri="{FF2B5EF4-FFF2-40B4-BE49-F238E27FC236}">
                <a16:creationId xmlns:a16="http://schemas.microsoft.com/office/drawing/2014/main" id="{219A438F-705C-4767-AC2B-208FF3354249}"/>
              </a:ext>
            </a:extLst>
          </p:cNvPr>
          <p:cNvSpPr>
            <a:spLocks xmlns:a="http://schemas.openxmlformats.org/drawingml/2006/main" noGrp="1"/>
          </p:cNvSpPr>
          <p:nvPr/>
        </p:nvSpPr>
        <p:spPr>
          <a:xfrm xmlns:a="http://schemas.openxmlformats.org/drawingml/2006/main">
            <a:off x="3050105" y="2013601"/>
            <a:ext cx="1566081" cy="2730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marR="0" lvl="0" indent="0" algn="l">
              <a:lnSpc>
                <a:spcPct val="150000"/>
              </a:lnSpc>
              <a:spcBef>
                <a:spcPts val="0"/>
              </a:spcBef>
              <a:spcAft>
                <a:spcPts val="0"/>
              </a:spcAft>
              <a:buClr>
                <a:srgbClr val="1F2937"/>
              </a:buClr>
              <a:buSzPts val="1300"/>
              <a:buFont typeface="IBM Plex Sans KR"/>
              <a:buNone/>
            </a:pPr>
            <a:r>
              <a:rPr sz="1300" b="1" i="0" u="none" strike="noStrike" cap="none">
                <a:solidFill>
                  <a:srgbClr val="1F2937"/>
                </a:solidFill>
                <a:latin typeface="IBM Plex Sans KR"/>
                <a:ea typeface="IBM Plex Sans KR"/>
                <a:cs typeface="IBM Plex Sans KR"/>
              </a:rPr>
              <a:t>② 의도 판단</a:t>
            </a:r>
            <a:endParaRPr sz="1300" b="0" i="0" u="none" strike="noStrike" cap="none">
              <a:solidFill>
                <a:schemeClr val="dk1"/>
              </a:solidFill>
              <a:latin typeface="IBM Plex Sans KR"/>
              <a:ea typeface="IBM Plex Sans KR"/>
              <a:cs typeface="IBM Plex Sans KR"/>
            </a:endParaRPr>
          </a:p>
        </p:txBody>
      </p:sp>
      <p:sp>
        <p:nvSpPr>
          <p:cNvPr id="169" name="Google Shape;169;p7">
            <a:extLst xmlns:a="http://schemas.openxmlformats.org/drawingml/2006/main">
              <a:ext uri="{FF2B5EF4-FFF2-40B4-BE49-F238E27FC236}">
                <a16:creationId xmlns:a16="http://schemas.microsoft.com/office/drawing/2014/main" id="{ABAD2901-49C4-481F-91DC-911558396071}"/>
              </a:ext>
            </a:extLst>
          </p:cNvPr>
          <p:cNvSpPr>
            <a:spLocks xmlns:a="http://schemas.openxmlformats.org/drawingml/2006/main" noGrp="1"/>
          </p:cNvSpPr>
          <p:nvPr/>
        </p:nvSpPr>
        <p:spPr>
          <a:xfrm xmlns:a="http://schemas.openxmlformats.org/drawingml/2006/main">
            <a:off x="3050105" y="2312039"/>
            <a:ext cx="1566081" cy="2539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fontScale="92579"/>
          </a:bodyPr>
          <a:lstStyle xmlns:a="http://schemas.openxmlformats.org/drawingml/2006/main">
            <a:defPPr algn="l">
              <a:defRPr sz="1200">
                <a:solidFill>
                  <a:srgbClr val="1D4ED8"/>
                </a:solidFill>
                <a:latin typeface="IBM Plex Sans KR"/>
                <a:ea typeface="IBM Plex Sans KR"/>
                <a:cs typeface="IBM Plex Sans KR"/>
              </a:defRPr>
            </a:defPPr>
            <a:lvl1pPr algn="l">
              <a:defRPr sz="1200">
                <a:solidFill>
                  <a:srgbClr val="1D4ED8"/>
                </a:solidFill>
                <a:latin typeface="IBM Plex Sans KR"/>
                <a:ea typeface="IBM Plex Sans KR"/>
                <a:cs typeface="IBM Plex Sans KR"/>
              </a:defRPr>
            </a:lvl1pPr>
            <a:lvl2pPr algn="l">
              <a:defRPr sz="1200">
                <a:solidFill>
                  <a:srgbClr val="1D4ED8"/>
                </a:solidFill>
                <a:latin typeface="IBM Plex Sans KR"/>
                <a:ea typeface="IBM Plex Sans KR"/>
                <a:cs typeface="IBM Plex Sans KR"/>
              </a:defRPr>
            </a:lvl2pPr>
            <a:lvl3pPr algn="l">
              <a:defRPr sz="1200">
                <a:solidFill>
                  <a:srgbClr val="1D4ED8"/>
                </a:solidFill>
                <a:latin typeface="IBM Plex Sans KR"/>
                <a:ea typeface="IBM Plex Sans KR"/>
                <a:cs typeface="IBM Plex Sans KR"/>
              </a:defRPr>
            </a:lvl3pPr>
            <a:lvl4pPr algn="l">
              <a:defRPr sz="1200">
                <a:solidFill>
                  <a:srgbClr val="1D4ED8"/>
                </a:solidFill>
                <a:latin typeface="IBM Plex Sans KR"/>
                <a:ea typeface="IBM Plex Sans KR"/>
                <a:cs typeface="IBM Plex Sans KR"/>
              </a:defRPr>
            </a:lvl4pPr>
            <a:lvl5pPr algn="l">
              <a:defRPr sz="1200">
                <a:solidFill>
                  <a:srgbClr val="1D4ED8"/>
                </a:solidFill>
                <a:latin typeface="IBM Plex Sans KR"/>
                <a:ea typeface="IBM Plex Sans KR"/>
                <a:cs typeface="IBM Plex Sans KR"/>
              </a:defRPr>
            </a:lvl5pPr>
            <a:lvl6pPr algn="l">
              <a:defRPr sz="1200">
                <a:solidFill>
                  <a:srgbClr val="1D4ED8"/>
                </a:solidFill>
                <a:latin typeface="IBM Plex Sans KR"/>
                <a:ea typeface="IBM Plex Sans KR"/>
                <a:cs typeface="IBM Plex Sans KR"/>
              </a:defRPr>
            </a:lvl6pPr>
            <a:lvl7pPr algn="l">
              <a:defRPr sz="1200">
                <a:solidFill>
                  <a:srgbClr val="1D4ED8"/>
                </a:solidFill>
                <a:latin typeface="IBM Plex Sans KR"/>
                <a:ea typeface="IBM Plex Sans KR"/>
                <a:cs typeface="IBM Plex Sans KR"/>
              </a:defRPr>
            </a:lvl7pPr>
            <a:lvl8pPr algn="l">
              <a:defRPr sz="1200">
                <a:solidFill>
                  <a:srgbClr val="1D4ED8"/>
                </a:solidFill>
                <a:latin typeface="IBM Plex Sans KR"/>
                <a:ea typeface="IBM Plex Sans KR"/>
                <a:cs typeface="IBM Plex Sans KR"/>
              </a:defRPr>
            </a:lvl8pPr>
            <a:lvl9pPr algn="l">
              <a:defRPr sz="1200">
                <a:solidFill>
                  <a:srgbClr val="1D4ED8"/>
                </a:solidFill>
                <a:latin typeface="IBM Plex Sans KR"/>
                <a:ea typeface="IBM Plex Sans KR"/>
                <a:cs typeface="IBM Plex Sans KR"/>
              </a:defRPr>
            </a:lvl9pPr>
          </a:lstStyle>
          <a:p xmlns:a="http://schemas.openxmlformats.org/drawingml/2006/main">
            <a:pPr marL="0" marR="0" lvl="0" indent="0" algn="l">
              <a:lnSpc>
                <a:spcPct val="150000"/>
              </a:lnSpc>
              <a:spcBef>
                <a:spcPts val="0"/>
              </a:spcBef>
              <a:spcAft>
                <a:spcPts val="0"/>
              </a:spcAft>
              <a:buClr>
                <a:srgbClr val="1D4ED8"/>
              </a:buClr>
              <a:buSzPts val="1200"/>
              <a:buFont typeface="IBM Plex Sans KR"/>
              <a:buNone/>
              <a:defRPr sz="1200">
                <a:solidFill>
                  <a:srgbClr val="1D4ED8"/>
                </a:solidFill>
                <a:latin typeface="IBM Plex Sans KR"/>
                <a:ea typeface="IBM Plex Sans KR"/>
                <a:cs typeface="IBM Plex Sans KR"/>
              </a:defRPr>
            </a:pPr>
            <a:r>
              <a:rPr sz="1200" b="0" i="0" u="none" strike="noStrike" cap="none">
                <a:solidFill>
                  <a:srgbClr val="1D4ED8"/>
                </a:solidFill>
                <a:latin typeface="IBM Plex Sans KR"/>
                <a:ea typeface="IBM Plex Sans KR"/>
                <a:cs typeface="IBM Plex Sans KR"/>
              </a:rPr>
              <a:t>단일·복합 의도</a:t>
            </a:r>
            <a:endParaRPr sz="1200" b="0" i="0" u="none" strike="noStrike" cap="none">
              <a:solidFill>
                <a:schemeClr val="dk1"/>
              </a:solidFill>
              <a:latin typeface="IBM Plex Sans KR"/>
              <a:ea typeface="IBM Plex Sans KR"/>
              <a:cs typeface="IBM Plex Sans KR"/>
            </a:endParaRPr>
          </a:p>
        </p:txBody>
      </p:sp>
      <p:pic>
        <p:nvPicPr>
          <p:cNvPr id="170" name="Google Shape;170;p7">
            <a:extLst xmlns:a="http://schemas.openxmlformats.org/drawingml/2006/main">
              <a:ext uri="{FF2B5EF4-FFF2-40B4-BE49-F238E27FC236}">
                <a16:creationId xmlns:a16="http://schemas.microsoft.com/office/drawing/2014/main" id="{537B44EA-CE10-4F49-B339-BF3AB1B3D50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2ec40096465a48e6">
            <a:alphaModFix/>
          </a:blip>
          <a:srcRect xmlns:a="http://schemas.openxmlformats.org/drawingml/2006/main" l="-3" t="0" r="-3" b="0"/>
          <a:stretch xmlns:a="http://schemas.openxmlformats.org/drawingml/2006/main"/>
        </p:blipFill>
        <p:spPr>
          <a:xfrm xmlns:a="http://schemas.openxmlformats.org/drawingml/2006/main">
            <a:off x="4818182" y="2162848"/>
            <a:ext cx="355564" cy="228564"/>
          </a:xfrm>
          <a:prstGeom xmlns:a="http://schemas.openxmlformats.org/drawingml/2006/main" prst="rect">
            <a:avLst/>
          </a:prstGeom>
          <a:ln xmlns:a="http://schemas.openxmlformats.org/drawingml/2006/main">
            <a:noFill/>
          </a:ln>
        </p:spPr>
      </p:pic>
      <p:sp>
        <p:nvSpPr>
          <p:cNvPr id="171" name="Google Shape;171;p7">
            <a:extLst xmlns:a="http://schemas.openxmlformats.org/drawingml/2006/main">
              <a:ext uri="{FF2B5EF4-FFF2-40B4-BE49-F238E27FC236}">
                <a16:creationId xmlns:a16="http://schemas.microsoft.com/office/drawing/2014/main" id="{4C37767D-771C-4AE4-BE39-3B2B9FDFBA3E}"/>
              </a:ext>
            </a:extLst>
          </p:cNvPr>
          <p:cNvSpPr>
            <a:spLocks xmlns:a="http://schemas.openxmlformats.org/drawingml/2006/main" noGrp="1"/>
          </p:cNvSpPr>
          <p:nvPr/>
        </p:nvSpPr>
        <p:spPr>
          <a:xfrm xmlns:a="http://schemas.openxmlformats.org/drawingml/2006/main">
            <a:off x="5268972" y="1512432"/>
            <a:ext cx="1654115" cy="442083"/>
          </a:xfrm>
          <a:prstGeom xmlns:a="http://schemas.openxmlformats.org/drawingml/2006/main" prst="roundRect">
            <a:avLst>
              <a:gd name="adj" fmla="val 18673"/>
            </a:avLst>
          </a:prstGeom>
          <a:solidFill xmlns:a="http://schemas.openxmlformats.org/drawingml/2006/main">
            <a:srgbClr val="FFFFFF"/>
          </a:solidFill>
          <a:ln xmlns:a="http://schemas.openxmlformats.org/drawingml/2006/main" w="12700" cap="flat" cmpd="sng">
            <a:solidFill>
              <a:srgbClr val="1D4ED8"/>
            </a:solidFill>
            <a:prstDash val="solid"/>
            <a:round/>
            <a:headEnd type="none" w="sm" len="sm"/>
            <a:tailEnd type="none" w="sm" len="sm"/>
          </a:ln>
        </p:spPr>
        <p:txBody>
          <a:bodyPr xmlns:a="http://schemas.openxmlformats.org/drawingml/2006/main" spcFirstLastPara="1" wrap="square" lIns="82575" tIns="69875" rIns="31775" bIns="69875" anchor="ctr">
            <a:normAutofit fontScale="92584"/>
          </a:bodyPr>
          <a:lstStyle xmlns:a="http://schemas.openxmlformats.org/drawingml/2006/main">
            <a:defPPr algn="l">
              <a:defRPr sz="1200" b="1">
                <a:solidFill>
                  <a:srgbClr val="1F2937"/>
                </a:solidFill>
                <a:latin typeface="IBM Plex Sans KR"/>
                <a:ea typeface="IBM Plex Sans KR"/>
                <a:cs typeface="IBM Plex Sans KR"/>
              </a:defRPr>
            </a:defPPr>
            <a:lvl1pPr algn="l">
              <a:defRPr sz="1200" b="1">
                <a:solidFill>
                  <a:srgbClr val="1F2937"/>
                </a:solidFill>
                <a:latin typeface="IBM Plex Sans KR"/>
                <a:ea typeface="IBM Plex Sans KR"/>
                <a:cs typeface="IBM Plex Sans KR"/>
              </a:defRPr>
            </a:lvl1pPr>
            <a:lvl2pPr algn="l">
              <a:defRPr sz="1200" b="1">
                <a:solidFill>
                  <a:srgbClr val="1F2937"/>
                </a:solidFill>
                <a:latin typeface="IBM Plex Sans KR"/>
                <a:ea typeface="IBM Plex Sans KR"/>
                <a:cs typeface="IBM Plex Sans KR"/>
              </a:defRPr>
            </a:lvl2pPr>
            <a:lvl3pPr algn="l">
              <a:defRPr sz="1200" b="1">
                <a:solidFill>
                  <a:srgbClr val="1F2937"/>
                </a:solidFill>
                <a:latin typeface="IBM Plex Sans KR"/>
                <a:ea typeface="IBM Plex Sans KR"/>
                <a:cs typeface="IBM Plex Sans KR"/>
              </a:defRPr>
            </a:lvl3pPr>
            <a:lvl4pPr algn="l">
              <a:defRPr sz="1200" b="1">
                <a:solidFill>
                  <a:srgbClr val="1F2937"/>
                </a:solidFill>
                <a:latin typeface="IBM Plex Sans KR"/>
                <a:ea typeface="IBM Plex Sans KR"/>
                <a:cs typeface="IBM Plex Sans KR"/>
              </a:defRPr>
            </a:lvl4pPr>
            <a:lvl5pPr algn="l">
              <a:defRPr sz="1200" b="1">
                <a:solidFill>
                  <a:srgbClr val="1F2937"/>
                </a:solidFill>
                <a:latin typeface="IBM Plex Sans KR"/>
                <a:ea typeface="IBM Plex Sans KR"/>
                <a:cs typeface="IBM Plex Sans KR"/>
              </a:defRPr>
            </a:lvl5pPr>
            <a:lvl6pPr algn="l">
              <a:defRPr sz="1200" b="1">
                <a:solidFill>
                  <a:srgbClr val="1F2937"/>
                </a:solidFill>
                <a:latin typeface="IBM Plex Sans KR"/>
                <a:ea typeface="IBM Plex Sans KR"/>
                <a:cs typeface="IBM Plex Sans KR"/>
              </a:defRPr>
            </a:lvl6pPr>
            <a:lvl7pPr algn="l">
              <a:defRPr sz="1200" b="1">
                <a:solidFill>
                  <a:srgbClr val="1F2937"/>
                </a:solidFill>
                <a:latin typeface="IBM Plex Sans KR"/>
                <a:ea typeface="IBM Plex Sans KR"/>
                <a:cs typeface="IBM Plex Sans KR"/>
              </a:defRPr>
            </a:lvl7pPr>
            <a:lvl8pPr algn="l">
              <a:defRPr sz="1200" b="1">
                <a:solidFill>
                  <a:srgbClr val="1F2937"/>
                </a:solidFill>
                <a:latin typeface="IBM Plex Sans KR"/>
                <a:ea typeface="IBM Plex Sans KR"/>
                <a:cs typeface="IBM Plex Sans KR"/>
              </a:defRPr>
            </a:lvl8pPr>
            <a:lvl9pPr algn="l">
              <a:defRPr sz="1200" b="1">
                <a:solidFill>
                  <a:srgbClr val="1F2937"/>
                </a:solidFill>
                <a:latin typeface="IBM Plex Sans KR"/>
                <a:ea typeface="IBM Plex Sans KR"/>
                <a:cs typeface="IBM Plex Sans KR"/>
              </a:defRPr>
            </a:lvl9pPr>
          </a:lstStyle>
          <a:p xmlns:a="http://schemas.openxmlformats.org/drawingml/2006/main">
            <a:pPr marL="0" marR="0" lvl="0" indent="0" algn="l">
              <a:lnSpc>
                <a:spcPct val="150000"/>
              </a:lnSpc>
              <a:spcBef>
                <a:spcPts val="0"/>
              </a:spcBef>
              <a:spcAft>
                <a:spcPts val="0"/>
              </a:spcAft>
              <a:buClr>
                <a:srgbClr val="1F2937"/>
              </a:buClr>
              <a:buSzPts val="1200"/>
              <a:buFont typeface="IBM Plex Sans KR"/>
              <a:buNone/>
              <a:defRPr sz="1200" b="1">
                <a:solidFill>
                  <a:srgbClr val="1F2937"/>
                </a:solidFill>
                <a:latin typeface="IBM Plex Sans KR"/>
                <a:ea typeface="IBM Plex Sans KR"/>
                <a:cs typeface="IBM Plex Sans KR"/>
              </a:defRPr>
            </a:pPr>
            <a:r>
              <a:rPr sz="1200" b="1" i="0" u="none" strike="noStrike" cap="none">
                <a:solidFill>
                  <a:srgbClr val="1F2937"/>
                </a:solidFill>
                <a:latin typeface="IBM Plex Sans KR"/>
                <a:ea typeface="IBM Plex Sans KR"/>
                <a:cs typeface="IBM Plex Sans KR"/>
              </a:rPr>
              <a:t>③-A 규정 검색</a:t>
            </a:r>
            <a:endParaRPr sz="1200" b="0" i="0" u="none" strike="noStrike" cap="none">
              <a:solidFill>
                <a:schemeClr val="dk1"/>
              </a:solidFill>
              <a:latin typeface="IBM Plex Sans KR"/>
              <a:ea typeface="IBM Plex Sans KR"/>
              <a:cs typeface="IBM Plex Sans KR"/>
            </a:endParaRPr>
          </a:p>
        </p:txBody>
      </p:sp>
      <p:sp>
        <p:nvSpPr>
          <p:cNvPr id="172" name="Google Shape;172;p7">
            <a:extLst xmlns:a="http://schemas.openxmlformats.org/drawingml/2006/main">
              <a:ext uri="{FF2B5EF4-FFF2-40B4-BE49-F238E27FC236}">
                <a16:creationId xmlns:a16="http://schemas.microsoft.com/office/drawing/2014/main" id="{08A1888C-0AB5-49C3-A8F9-CAC1A789B018}"/>
              </a:ext>
            </a:extLst>
          </p:cNvPr>
          <p:cNvSpPr>
            <a:spLocks xmlns:a="http://schemas.openxmlformats.org/drawingml/2006/main" noGrp="1"/>
          </p:cNvSpPr>
          <p:nvPr/>
        </p:nvSpPr>
        <p:spPr>
          <a:xfrm xmlns:a="http://schemas.openxmlformats.org/drawingml/2006/main">
            <a:off x="5268972" y="2056088"/>
            <a:ext cx="1654115" cy="442083"/>
          </a:xfrm>
          <a:prstGeom xmlns:a="http://schemas.openxmlformats.org/drawingml/2006/main" prst="roundRect">
            <a:avLst>
              <a:gd name="adj" fmla="val 18673"/>
            </a:avLst>
          </a:prstGeom>
          <a:solidFill xmlns:a="http://schemas.openxmlformats.org/drawingml/2006/main">
            <a:srgbClr val="FFFFFF"/>
          </a:solidFill>
          <a:ln xmlns:a="http://schemas.openxmlformats.org/drawingml/2006/main" w="12700" cap="flat" cmpd="sng">
            <a:solidFill>
              <a:srgbClr val="1D4ED8"/>
            </a:solidFill>
            <a:prstDash val="solid"/>
            <a:round/>
            <a:headEnd type="none" w="sm" len="sm"/>
            <a:tailEnd type="none" w="sm" len="sm"/>
          </a:ln>
        </p:spPr>
        <p:txBody>
          <a:bodyPr xmlns:a="http://schemas.openxmlformats.org/drawingml/2006/main" spcFirstLastPara="1" wrap="square" lIns="82575" tIns="69875" rIns="31775" bIns="69875" anchor="ctr">
            <a:normAutofit fontScale="92584"/>
          </a:bodyPr>
          <a:lstStyle xmlns:a="http://schemas.openxmlformats.org/drawingml/2006/main">
            <a:defPPr algn="l">
              <a:defRPr sz="1200" b="1">
                <a:solidFill>
                  <a:srgbClr val="1F2937"/>
                </a:solidFill>
                <a:latin typeface="IBM Plex Sans KR"/>
                <a:ea typeface="IBM Plex Sans KR"/>
                <a:cs typeface="IBM Plex Sans KR"/>
              </a:defRPr>
            </a:defPPr>
            <a:lvl1pPr algn="l">
              <a:defRPr sz="1200" b="1">
                <a:solidFill>
                  <a:srgbClr val="1F2937"/>
                </a:solidFill>
                <a:latin typeface="IBM Plex Sans KR"/>
                <a:ea typeface="IBM Plex Sans KR"/>
                <a:cs typeface="IBM Plex Sans KR"/>
              </a:defRPr>
            </a:lvl1pPr>
            <a:lvl2pPr algn="l">
              <a:defRPr sz="1200" b="1">
                <a:solidFill>
                  <a:srgbClr val="1F2937"/>
                </a:solidFill>
                <a:latin typeface="IBM Plex Sans KR"/>
                <a:ea typeface="IBM Plex Sans KR"/>
                <a:cs typeface="IBM Plex Sans KR"/>
              </a:defRPr>
            </a:lvl2pPr>
            <a:lvl3pPr algn="l">
              <a:defRPr sz="1200" b="1">
                <a:solidFill>
                  <a:srgbClr val="1F2937"/>
                </a:solidFill>
                <a:latin typeface="IBM Plex Sans KR"/>
                <a:ea typeface="IBM Plex Sans KR"/>
                <a:cs typeface="IBM Plex Sans KR"/>
              </a:defRPr>
            </a:lvl3pPr>
            <a:lvl4pPr algn="l">
              <a:defRPr sz="1200" b="1">
                <a:solidFill>
                  <a:srgbClr val="1F2937"/>
                </a:solidFill>
                <a:latin typeface="IBM Plex Sans KR"/>
                <a:ea typeface="IBM Plex Sans KR"/>
                <a:cs typeface="IBM Plex Sans KR"/>
              </a:defRPr>
            </a:lvl4pPr>
            <a:lvl5pPr algn="l">
              <a:defRPr sz="1200" b="1">
                <a:solidFill>
                  <a:srgbClr val="1F2937"/>
                </a:solidFill>
                <a:latin typeface="IBM Plex Sans KR"/>
                <a:ea typeface="IBM Plex Sans KR"/>
                <a:cs typeface="IBM Plex Sans KR"/>
              </a:defRPr>
            </a:lvl5pPr>
            <a:lvl6pPr algn="l">
              <a:defRPr sz="1200" b="1">
                <a:solidFill>
                  <a:srgbClr val="1F2937"/>
                </a:solidFill>
                <a:latin typeface="IBM Plex Sans KR"/>
                <a:ea typeface="IBM Plex Sans KR"/>
                <a:cs typeface="IBM Plex Sans KR"/>
              </a:defRPr>
            </a:lvl6pPr>
            <a:lvl7pPr algn="l">
              <a:defRPr sz="1200" b="1">
                <a:solidFill>
                  <a:srgbClr val="1F2937"/>
                </a:solidFill>
                <a:latin typeface="IBM Plex Sans KR"/>
                <a:ea typeface="IBM Plex Sans KR"/>
                <a:cs typeface="IBM Plex Sans KR"/>
              </a:defRPr>
            </a:lvl7pPr>
            <a:lvl8pPr algn="l">
              <a:defRPr sz="1200" b="1">
                <a:solidFill>
                  <a:srgbClr val="1F2937"/>
                </a:solidFill>
                <a:latin typeface="IBM Plex Sans KR"/>
                <a:ea typeface="IBM Plex Sans KR"/>
                <a:cs typeface="IBM Plex Sans KR"/>
              </a:defRPr>
            </a:lvl8pPr>
            <a:lvl9pPr algn="l">
              <a:defRPr sz="1200" b="1">
                <a:solidFill>
                  <a:srgbClr val="1F2937"/>
                </a:solidFill>
                <a:latin typeface="IBM Plex Sans KR"/>
                <a:ea typeface="IBM Plex Sans KR"/>
                <a:cs typeface="IBM Plex Sans KR"/>
              </a:defRPr>
            </a:lvl9pPr>
          </a:lstStyle>
          <a:p xmlns:a="http://schemas.openxmlformats.org/drawingml/2006/main">
            <a:pPr marL="0" marR="0" lvl="0" indent="0" algn="l">
              <a:lnSpc>
                <a:spcPct val="150000"/>
              </a:lnSpc>
              <a:spcBef>
                <a:spcPts val="0"/>
              </a:spcBef>
              <a:spcAft>
                <a:spcPts val="0"/>
              </a:spcAft>
              <a:buClr>
                <a:srgbClr val="1F2937"/>
              </a:buClr>
              <a:buSzPts val="1200"/>
              <a:buFont typeface="IBM Plex Sans KR"/>
              <a:buNone/>
              <a:defRPr sz="1200" b="1">
                <a:solidFill>
                  <a:srgbClr val="1F2937"/>
                </a:solidFill>
                <a:latin typeface="IBM Plex Sans KR"/>
                <a:ea typeface="IBM Plex Sans KR"/>
                <a:cs typeface="IBM Plex Sans KR"/>
              </a:defRPr>
            </a:pPr>
            <a:r>
              <a:rPr sz="1200" b="1" i="0" u="none" strike="noStrike" cap="none">
                <a:solidFill>
                  <a:srgbClr val="1F2937"/>
                </a:solidFill>
                <a:latin typeface="IBM Plex Sans KR"/>
                <a:ea typeface="IBM Plex Sans KR"/>
                <a:cs typeface="IBM Plex Sans KR"/>
              </a:rPr>
              <a:t>③-B 학사 계산</a:t>
            </a:r>
            <a:endParaRPr sz="1200" b="0" i="0" u="none" strike="noStrike" cap="none">
              <a:solidFill>
                <a:schemeClr val="dk1"/>
              </a:solidFill>
              <a:latin typeface="IBM Plex Sans KR"/>
              <a:ea typeface="IBM Plex Sans KR"/>
              <a:cs typeface="IBM Plex Sans KR"/>
            </a:endParaRPr>
          </a:p>
        </p:txBody>
      </p:sp>
      <p:sp>
        <p:nvSpPr>
          <p:cNvPr id="173" name="Google Shape;173;p7">
            <a:extLst xmlns:a="http://schemas.openxmlformats.org/drawingml/2006/main">
              <a:ext uri="{FF2B5EF4-FFF2-40B4-BE49-F238E27FC236}">
                <a16:creationId xmlns:a16="http://schemas.microsoft.com/office/drawing/2014/main" id="{70E2981F-D2A5-4993-A9EC-4F8BDDAA689A}"/>
              </a:ext>
            </a:extLst>
          </p:cNvPr>
          <p:cNvSpPr>
            <a:spLocks xmlns:a="http://schemas.openxmlformats.org/drawingml/2006/main" noGrp="1"/>
          </p:cNvSpPr>
          <p:nvPr/>
        </p:nvSpPr>
        <p:spPr>
          <a:xfrm xmlns:a="http://schemas.openxmlformats.org/drawingml/2006/main">
            <a:off x="5268972" y="2599748"/>
            <a:ext cx="1654115" cy="442083"/>
          </a:xfrm>
          <a:prstGeom xmlns:a="http://schemas.openxmlformats.org/drawingml/2006/main" prst="roundRect">
            <a:avLst>
              <a:gd name="adj" fmla="val 18673"/>
            </a:avLst>
          </a:prstGeom>
          <a:solidFill xmlns:a="http://schemas.openxmlformats.org/drawingml/2006/main">
            <a:srgbClr val="FFFFFF"/>
          </a:solidFill>
          <a:ln xmlns:a="http://schemas.openxmlformats.org/drawingml/2006/main" w="12700" cap="flat" cmpd="sng">
            <a:solidFill>
              <a:srgbClr val="1D4ED8"/>
            </a:solidFill>
            <a:prstDash val="solid"/>
            <a:round/>
            <a:headEnd type="none" w="sm" len="sm"/>
            <a:tailEnd type="none" w="sm" len="sm"/>
          </a:ln>
        </p:spPr>
        <p:txBody>
          <a:bodyPr xmlns:a="http://schemas.openxmlformats.org/drawingml/2006/main" spcFirstLastPara="1" wrap="square" lIns="82575" tIns="69875" rIns="31775" bIns="69875" anchor="ctr">
            <a:normAutofit fontScale="92584"/>
          </a:bodyPr>
          <a:lstStyle xmlns:a="http://schemas.openxmlformats.org/drawingml/2006/main">
            <a:defPPr algn="l">
              <a:defRPr sz="1200" b="1">
                <a:solidFill>
                  <a:srgbClr val="1F2937"/>
                </a:solidFill>
                <a:latin typeface="IBM Plex Sans KR"/>
                <a:ea typeface="IBM Plex Sans KR"/>
                <a:cs typeface="IBM Plex Sans KR"/>
              </a:defRPr>
            </a:defPPr>
            <a:lvl1pPr algn="l">
              <a:defRPr sz="1200" b="1">
                <a:solidFill>
                  <a:srgbClr val="1F2937"/>
                </a:solidFill>
                <a:latin typeface="IBM Plex Sans KR"/>
                <a:ea typeface="IBM Plex Sans KR"/>
                <a:cs typeface="IBM Plex Sans KR"/>
              </a:defRPr>
            </a:lvl1pPr>
            <a:lvl2pPr algn="l">
              <a:defRPr sz="1200" b="1">
                <a:solidFill>
                  <a:srgbClr val="1F2937"/>
                </a:solidFill>
                <a:latin typeface="IBM Plex Sans KR"/>
                <a:ea typeface="IBM Plex Sans KR"/>
                <a:cs typeface="IBM Plex Sans KR"/>
              </a:defRPr>
            </a:lvl2pPr>
            <a:lvl3pPr algn="l">
              <a:defRPr sz="1200" b="1">
                <a:solidFill>
                  <a:srgbClr val="1F2937"/>
                </a:solidFill>
                <a:latin typeface="IBM Plex Sans KR"/>
                <a:ea typeface="IBM Plex Sans KR"/>
                <a:cs typeface="IBM Plex Sans KR"/>
              </a:defRPr>
            </a:lvl3pPr>
            <a:lvl4pPr algn="l">
              <a:defRPr sz="1200" b="1">
                <a:solidFill>
                  <a:srgbClr val="1F2937"/>
                </a:solidFill>
                <a:latin typeface="IBM Plex Sans KR"/>
                <a:ea typeface="IBM Plex Sans KR"/>
                <a:cs typeface="IBM Plex Sans KR"/>
              </a:defRPr>
            </a:lvl4pPr>
            <a:lvl5pPr algn="l">
              <a:defRPr sz="1200" b="1">
                <a:solidFill>
                  <a:srgbClr val="1F2937"/>
                </a:solidFill>
                <a:latin typeface="IBM Plex Sans KR"/>
                <a:ea typeface="IBM Plex Sans KR"/>
                <a:cs typeface="IBM Plex Sans KR"/>
              </a:defRPr>
            </a:lvl5pPr>
            <a:lvl6pPr algn="l">
              <a:defRPr sz="1200" b="1">
                <a:solidFill>
                  <a:srgbClr val="1F2937"/>
                </a:solidFill>
                <a:latin typeface="IBM Plex Sans KR"/>
                <a:ea typeface="IBM Plex Sans KR"/>
                <a:cs typeface="IBM Plex Sans KR"/>
              </a:defRPr>
            </a:lvl6pPr>
            <a:lvl7pPr algn="l">
              <a:defRPr sz="1200" b="1">
                <a:solidFill>
                  <a:srgbClr val="1F2937"/>
                </a:solidFill>
                <a:latin typeface="IBM Plex Sans KR"/>
                <a:ea typeface="IBM Plex Sans KR"/>
                <a:cs typeface="IBM Plex Sans KR"/>
              </a:defRPr>
            </a:lvl7pPr>
            <a:lvl8pPr algn="l">
              <a:defRPr sz="1200" b="1">
                <a:solidFill>
                  <a:srgbClr val="1F2937"/>
                </a:solidFill>
                <a:latin typeface="IBM Plex Sans KR"/>
                <a:ea typeface="IBM Plex Sans KR"/>
                <a:cs typeface="IBM Plex Sans KR"/>
              </a:defRPr>
            </a:lvl8pPr>
            <a:lvl9pPr algn="l">
              <a:defRPr sz="1200" b="1">
                <a:solidFill>
                  <a:srgbClr val="1F2937"/>
                </a:solidFill>
                <a:latin typeface="IBM Plex Sans KR"/>
                <a:ea typeface="IBM Plex Sans KR"/>
                <a:cs typeface="IBM Plex Sans KR"/>
              </a:defRPr>
            </a:lvl9pPr>
          </a:lstStyle>
          <a:p xmlns:a="http://schemas.openxmlformats.org/drawingml/2006/main">
            <a:pPr marL="0" marR="0" lvl="0" indent="0" algn="l">
              <a:lnSpc>
                <a:spcPct val="150000"/>
              </a:lnSpc>
              <a:spcBef>
                <a:spcPts val="0"/>
              </a:spcBef>
              <a:spcAft>
                <a:spcPts val="0"/>
              </a:spcAft>
              <a:buClr>
                <a:srgbClr val="1F2937"/>
              </a:buClr>
              <a:buSzPts val="1200"/>
              <a:buFont typeface="IBM Plex Sans KR"/>
              <a:buNone/>
              <a:defRPr sz="1200" b="1">
                <a:solidFill>
                  <a:srgbClr val="1F2937"/>
                </a:solidFill>
                <a:latin typeface="IBM Plex Sans KR"/>
                <a:ea typeface="IBM Plex Sans KR"/>
                <a:cs typeface="IBM Plex Sans KR"/>
              </a:defRPr>
            </a:pPr>
            <a:r>
              <a:rPr sz="1200" b="1" i="0" u="none" strike="noStrike" cap="none">
                <a:solidFill>
                  <a:srgbClr val="1F2937"/>
                </a:solidFill>
                <a:latin typeface="IBM Plex Sans KR"/>
                <a:ea typeface="IBM Plex Sans KR"/>
                <a:cs typeface="IBM Plex Sans KR"/>
              </a:rPr>
              <a:t>③-C 일정 조회</a:t>
            </a:r>
            <a:endParaRPr sz="1200" b="0" i="0" u="none" strike="noStrike" cap="none">
              <a:solidFill>
                <a:schemeClr val="dk1"/>
              </a:solidFill>
              <a:latin typeface="IBM Plex Sans KR"/>
              <a:ea typeface="IBM Plex Sans KR"/>
              <a:cs typeface="IBM Plex Sans KR"/>
            </a:endParaRPr>
          </a:p>
        </p:txBody>
      </p:sp>
      <p:pic>
        <p:nvPicPr>
          <p:cNvPr id="174" name="Google Shape;174;p7">
            <a:extLst xmlns:a="http://schemas.openxmlformats.org/drawingml/2006/main">
              <a:ext uri="{FF2B5EF4-FFF2-40B4-BE49-F238E27FC236}">
                <a16:creationId xmlns:a16="http://schemas.microsoft.com/office/drawing/2014/main" id="{7017979F-41AD-498E-87F0-811C08113E6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2ec40096465a48e6">
            <a:alphaModFix/>
          </a:blip>
          <a:srcRect xmlns:a="http://schemas.openxmlformats.org/drawingml/2006/main" l="-3" t="0" r="-3" b="0"/>
          <a:stretch xmlns:a="http://schemas.openxmlformats.org/drawingml/2006/main"/>
        </p:blipFill>
        <p:spPr>
          <a:xfrm xmlns:a="http://schemas.openxmlformats.org/drawingml/2006/main">
            <a:off x="7018313" y="2162848"/>
            <a:ext cx="355564" cy="228564"/>
          </a:xfrm>
          <a:prstGeom xmlns:a="http://schemas.openxmlformats.org/drawingml/2006/main" prst="rect">
            <a:avLst/>
          </a:prstGeom>
          <a:ln xmlns:a="http://schemas.openxmlformats.org/drawingml/2006/main">
            <a:noFill/>
          </a:ln>
        </p:spPr>
      </p:pic>
      <p:sp>
        <p:nvSpPr>
          <p:cNvPr id="175" name="Google Shape;175;p7">
            <a:extLst xmlns:a="http://schemas.openxmlformats.org/drawingml/2006/main">
              <a:ext uri="{FF2B5EF4-FFF2-40B4-BE49-F238E27FC236}">
                <a16:creationId xmlns:a16="http://schemas.microsoft.com/office/drawing/2014/main" id="{9254F965-8256-45DF-A9BA-988266C61C9B}"/>
              </a:ext>
            </a:extLst>
          </p:cNvPr>
          <p:cNvSpPr>
            <a:spLocks xmlns:a="http://schemas.openxmlformats.org/drawingml/2006/main" noGrp="1"/>
          </p:cNvSpPr>
          <p:nvPr/>
        </p:nvSpPr>
        <p:spPr>
          <a:xfrm xmlns:a="http://schemas.openxmlformats.org/drawingml/2006/main">
            <a:off x="7469103" y="1856029"/>
            <a:ext cx="1830424" cy="842145"/>
          </a:xfrm>
          <a:prstGeom xmlns:a="http://schemas.openxmlformats.org/drawingml/2006/main" prst="roundRect">
            <a:avLst>
              <a:gd name="adj" fmla="val 9802"/>
            </a:avLst>
          </a:prstGeom>
          <a:solidFill xmlns:a="http://schemas.openxmlformats.org/drawingml/2006/main">
            <a:srgbClr val="FFFFFF"/>
          </a:solidFill>
          <a:ln xmlns:a="http://schemas.openxmlformats.org/drawingml/2006/main" w="12700" cap="flat" cmpd="sng">
            <a:solidFill>
              <a:srgbClr val="1D4ED8"/>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76" name="Google Shape;176;p7">
            <a:extLst xmlns:a="http://schemas.openxmlformats.org/drawingml/2006/main">
              <a:ext uri="{FF2B5EF4-FFF2-40B4-BE49-F238E27FC236}">
                <a16:creationId xmlns:a16="http://schemas.microsoft.com/office/drawing/2014/main" id="{1B7AEA40-2F99-4E02-B385-9780B270C89E}"/>
              </a:ext>
            </a:extLst>
          </p:cNvPr>
          <p:cNvSpPr>
            <a:spLocks xmlns:a="http://schemas.openxmlformats.org/drawingml/2006/main" noGrp="1"/>
          </p:cNvSpPr>
          <p:nvPr/>
        </p:nvSpPr>
        <p:spPr>
          <a:xfrm xmlns:a="http://schemas.openxmlformats.org/drawingml/2006/main">
            <a:off x="7626674" y="2013601"/>
            <a:ext cx="1566081" cy="2730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marR="0" lvl="0" indent="0" algn="l">
              <a:lnSpc>
                <a:spcPct val="150000"/>
              </a:lnSpc>
              <a:spcBef>
                <a:spcPts val="0"/>
              </a:spcBef>
              <a:spcAft>
                <a:spcPts val="0"/>
              </a:spcAft>
              <a:buClr>
                <a:srgbClr val="1F2937"/>
              </a:buClr>
              <a:buSzPts val="1300"/>
              <a:buFont typeface="IBM Plex Sans KR"/>
              <a:buNone/>
            </a:pPr>
            <a:r>
              <a:rPr sz="1300" b="1" i="0" u="none" strike="noStrike" cap="none">
                <a:solidFill>
                  <a:srgbClr val="1F2937"/>
                </a:solidFill>
                <a:latin typeface="IBM Plex Sans KR"/>
                <a:ea typeface="IBM Plex Sans KR"/>
                <a:cs typeface="IBM Plex Sans KR"/>
              </a:rPr>
              <a:t>④ 답변 생성</a:t>
            </a:r>
            <a:endParaRPr sz="1300" b="0" i="0" u="none" strike="noStrike" cap="none">
              <a:solidFill>
                <a:schemeClr val="dk1"/>
              </a:solidFill>
              <a:latin typeface="IBM Plex Sans KR"/>
              <a:ea typeface="IBM Plex Sans KR"/>
              <a:cs typeface="IBM Plex Sans KR"/>
            </a:endParaRPr>
          </a:p>
        </p:txBody>
      </p:sp>
      <p:sp>
        <p:nvSpPr>
          <p:cNvPr id="177" name="Google Shape;177;p7">
            <a:extLst xmlns:a="http://schemas.openxmlformats.org/drawingml/2006/main">
              <a:ext uri="{FF2B5EF4-FFF2-40B4-BE49-F238E27FC236}">
                <a16:creationId xmlns:a16="http://schemas.microsoft.com/office/drawing/2014/main" id="{5F952375-A20D-4918-A890-01A6A78B2B5C}"/>
              </a:ext>
            </a:extLst>
          </p:cNvPr>
          <p:cNvSpPr>
            <a:spLocks xmlns:a="http://schemas.openxmlformats.org/drawingml/2006/main" noGrp="1"/>
          </p:cNvSpPr>
          <p:nvPr/>
        </p:nvSpPr>
        <p:spPr>
          <a:xfrm xmlns:a="http://schemas.openxmlformats.org/drawingml/2006/main">
            <a:off x="7626674" y="2312039"/>
            <a:ext cx="1566081" cy="2539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fontScale="92579"/>
          </a:bodyPr>
          <a:lstStyle xmlns:a="http://schemas.openxmlformats.org/drawingml/2006/main">
            <a:defPPr algn="l">
              <a:defRPr sz="1200">
                <a:solidFill>
                  <a:srgbClr val="1D4ED8"/>
                </a:solidFill>
                <a:latin typeface="IBM Plex Sans KR"/>
                <a:ea typeface="IBM Plex Sans KR"/>
                <a:cs typeface="IBM Plex Sans KR"/>
              </a:defRPr>
            </a:defPPr>
            <a:lvl1pPr algn="l">
              <a:defRPr sz="1200">
                <a:solidFill>
                  <a:srgbClr val="1D4ED8"/>
                </a:solidFill>
                <a:latin typeface="IBM Plex Sans KR"/>
                <a:ea typeface="IBM Plex Sans KR"/>
                <a:cs typeface="IBM Plex Sans KR"/>
              </a:defRPr>
            </a:lvl1pPr>
            <a:lvl2pPr algn="l">
              <a:defRPr sz="1200">
                <a:solidFill>
                  <a:srgbClr val="1D4ED8"/>
                </a:solidFill>
                <a:latin typeface="IBM Plex Sans KR"/>
                <a:ea typeface="IBM Plex Sans KR"/>
                <a:cs typeface="IBM Plex Sans KR"/>
              </a:defRPr>
            </a:lvl2pPr>
            <a:lvl3pPr algn="l">
              <a:defRPr sz="1200">
                <a:solidFill>
                  <a:srgbClr val="1D4ED8"/>
                </a:solidFill>
                <a:latin typeface="IBM Plex Sans KR"/>
                <a:ea typeface="IBM Plex Sans KR"/>
                <a:cs typeface="IBM Plex Sans KR"/>
              </a:defRPr>
            </a:lvl3pPr>
            <a:lvl4pPr algn="l">
              <a:defRPr sz="1200">
                <a:solidFill>
                  <a:srgbClr val="1D4ED8"/>
                </a:solidFill>
                <a:latin typeface="IBM Plex Sans KR"/>
                <a:ea typeface="IBM Plex Sans KR"/>
                <a:cs typeface="IBM Plex Sans KR"/>
              </a:defRPr>
            </a:lvl4pPr>
            <a:lvl5pPr algn="l">
              <a:defRPr sz="1200">
                <a:solidFill>
                  <a:srgbClr val="1D4ED8"/>
                </a:solidFill>
                <a:latin typeface="IBM Plex Sans KR"/>
                <a:ea typeface="IBM Plex Sans KR"/>
                <a:cs typeface="IBM Plex Sans KR"/>
              </a:defRPr>
            </a:lvl5pPr>
            <a:lvl6pPr algn="l">
              <a:defRPr sz="1200">
                <a:solidFill>
                  <a:srgbClr val="1D4ED8"/>
                </a:solidFill>
                <a:latin typeface="IBM Plex Sans KR"/>
                <a:ea typeface="IBM Plex Sans KR"/>
                <a:cs typeface="IBM Plex Sans KR"/>
              </a:defRPr>
            </a:lvl6pPr>
            <a:lvl7pPr algn="l">
              <a:defRPr sz="1200">
                <a:solidFill>
                  <a:srgbClr val="1D4ED8"/>
                </a:solidFill>
                <a:latin typeface="IBM Plex Sans KR"/>
                <a:ea typeface="IBM Plex Sans KR"/>
                <a:cs typeface="IBM Plex Sans KR"/>
              </a:defRPr>
            </a:lvl7pPr>
            <a:lvl8pPr algn="l">
              <a:defRPr sz="1200">
                <a:solidFill>
                  <a:srgbClr val="1D4ED8"/>
                </a:solidFill>
                <a:latin typeface="IBM Plex Sans KR"/>
                <a:ea typeface="IBM Plex Sans KR"/>
                <a:cs typeface="IBM Plex Sans KR"/>
              </a:defRPr>
            </a:lvl8pPr>
            <a:lvl9pPr algn="l">
              <a:defRPr sz="1200">
                <a:solidFill>
                  <a:srgbClr val="1D4ED8"/>
                </a:solidFill>
                <a:latin typeface="IBM Plex Sans KR"/>
                <a:ea typeface="IBM Plex Sans KR"/>
                <a:cs typeface="IBM Plex Sans KR"/>
              </a:defRPr>
            </a:lvl9pPr>
          </a:lstStyle>
          <a:p xmlns:a="http://schemas.openxmlformats.org/drawingml/2006/main">
            <a:pPr marL="0" marR="0" lvl="0" indent="0" algn="l">
              <a:lnSpc>
                <a:spcPct val="150000"/>
              </a:lnSpc>
              <a:spcBef>
                <a:spcPts val="0"/>
              </a:spcBef>
              <a:spcAft>
                <a:spcPts val="0"/>
              </a:spcAft>
              <a:buClr>
                <a:srgbClr val="1D4ED8"/>
              </a:buClr>
              <a:buSzPts val="1200"/>
              <a:buFont typeface="IBM Plex Sans KR"/>
              <a:buNone/>
              <a:defRPr sz="1200">
                <a:solidFill>
                  <a:srgbClr val="1D4ED8"/>
                </a:solidFill>
                <a:latin typeface="IBM Plex Sans KR"/>
                <a:ea typeface="IBM Plex Sans KR"/>
                <a:cs typeface="IBM Plex Sans KR"/>
              </a:defRPr>
            </a:pPr>
            <a:r>
              <a:rPr sz="1200" b="0" i="0" u="none" strike="noStrike" cap="none">
                <a:solidFill>
                  <a:srgbClr val="1D4ED8"/>
                </a:solidFill>
                <a:latin typeface="IBM Plex Sans KR"/>
                <a:ea typeface="IBM Plex Sans KR"/>
                <a:cs typeface="IBM Plex Sans KR"/>
              </a:rPr>
              <a:t>결과 합성·검증</a:t>
            </a:r>
            <a:endParaRPr sz="1200" b="0" i="0" u="none" strike="noStrike" cap="none">
              <a:solidFill>
                <a:schemeClr val="dk1"/>
              </a:solidFill>
              <a:latin typeface="IBM Plex Sans KR"/>
              <a:ea typeface="IBM Plex Sans KR"/>
              <a:cs typeface="IBM Plex Sans KR"/>
            </a:endParaRPr>
          </a:p>
        </p:txBody>
      </p:sp>
      <p:pic>
        <p:nvPicPr>
          <p:cNvPr id="178" name="Google Shape;178;p7">
            <a:extLst xmlns:a="http://schemas.openxmlformats.org/drawingml/2006/main">
              <a:ext uri="{FF2B5EF4-FFF2-40B4-BE49-F238E27FC236}">
                <a16:creationId xmlns:a16="http://schemas.microsoft.com/office/drawing/2014/main" id="{4C403A29-3BCA-493D-90DE-C8901496724A}"/>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2ec40096465a48e6">
            <a:alphaModFix/>
          </a:blip>
          <a:srcRect xmlns:a="http://schemas.openxmlformats.org/drawingml/2006/main" l="-3" t="0" r="-3" b="0"/>
          <a:stretch xmlns:a="http://schemas.openxmlformats.org/drawingml/2006/main"/>
        </p:blipFill>
        <p:spPr>
          <a:xfrm xmlns:a="http://schemas.openxmlformats.org/drawingml/2006/main">
            <a:off x="9394752" y="2162848"/>
            <a:ext cx="355564" cy="228564"/>
          </a:xfrm>
          <a:prstGeom xmlns:a="http://schemas.openxmlformats.org/drawingml/2006/main" prst="rect">
            <a:avLst/>
          </a:prstGeom>
          <a:ln xmlns:a="http://schemas.openxmlformats.org/drawingml/2006/main">
            <a:noFill/>
          </a:ln>
        </p:spPr>
      </p:pic>
      <p:sp>
        <p:nvSpPr>
          <p:cNvPr id="179" name="Google Shape;179;p7">
            <a:extLst xmlns:a="http://schemas.openxmlformats.org/drawingml/2006/main">
              <a:ext uri="{FF2B5EF4-FFF2-40B4-BE49-F238E27FC236}">
                <a16:creationId xmlns:a16="http://schemas.microsoft.com/office/drawing/2014/main" id="{CA663535-E600-4DB5-A9AE-BC4D339FDF93}"/>
              </a:ext>
            </a:extLst>
          </p:cNvPr>
          <p:cNvSpPr>
            <a:spLocks xmlns:a="http://schemas.openxmlformats.org/drawingml/2006/main" noGrp="1"/>
          </p:cNvSpPr>
          <p:nvPr/>
        </p:nvSpPr>
        <p:spPr>
          <a:xfrm xmlns:a="http://schemas.openxmlformats.org/drawingml/2006/main">
            <a:off x="9845542" y="1856029"/>
            <a:ext cx="1527355" cy="842145"/>
          </a:xfrm>
          <a:prstGeom xmlns:a="http://schemas.openxmlformats.org/drawingml/2006/main" prst="roundRect">
            <a:avLst>
              <a:gd name="adj" fmla="val 9802"/>
            </a:avLst>
          </a:prstGeom>
          <a:solidFill xmlns:a="http://schemas.openxmlformats.org/drawingml/2006/main">
            <a:srgbClr val="FFFFFF"/>
          </a:solidFill>
          <a:ln xmlns:a="http://schemas.openxmlformats.org/drawingml/2006/main" w="12700" cap="flat" cmpd="sng">
            <a:solidFill>
              <a:srgbClr val="1D4ED8"/>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80" name="Google Shape;180;p7">
            <a:extLst xmlns:a="http://schemas.openxmlformats.org/drawingml/2006/main">
              <a:ext uri="{FF2B5EF4-FFF2-40B4-BE49-F238E27FC236}">
                <a16:creationId xmlns:a16="http://schemas.microsoft.com/office/drawing/2014/main" id="{07DD35F3-AB1F-4C97-B15B-ADA0C3615927}"/>
              </a:ext>
            </a:extLst>
          </p:cNvPr>
          <p:cNvSpPr>
            <a:spLocks xmlns:a="http://schemas.openxmlformats.org/drawingml/2006/main" noGrp="1"/>
          </p:cNvSpPr>
          <p:nvPr/>
        </p:nvSpPr>
        <p:spPr>
          <a:xfrm xmlns:a="http://schemas.openxmlformats.org/drawingml/2006/main">
            <a:off x="10003113" y="2013601"/>
            <a:ext cx="1263013" cy="2730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marR="0" lvl="0" indent="0" algn="l">
              <a:lnSpc>
                <a:spcPct val="150000"/>
              </a:lnSpc>
              <a:spcBef>
                <a:spcPts val="0"/>
              </a:spcBef>
              <a:spcAft>
                <a:spcPts val="0"/>
              </a:spcAft>
              <a:buClr>
                <a:srgbClr val="1F2937"/>
              </a:buClr>
              <a:buSzPts val="1300"/>
              <a:buFont typeface="IBM Plex Sans KR"/>
              <a:buNone/>
            </a:pPr>
            <a:r>
              <a:rPr sz="1300" b="1" i="0" u="none" strike="noStrike" cap="none">
                <a:solidFill>
                  <a:srgbClr val="1F2937"/>
                </a:solidFill>
                <a:latin typeface="IBM Plex Sans KR"/>
                <a:ea typeface="IBM Plex Sans KR"/>
                <a:cs typeface="IBM Plex Sans KR"/>
              </a:rPr>
              <a:t>⑤ 출력</a:t>
            </a:r>
            <a:endParaRPr sz="1300" b="0" i="0" u="none" strike="noStrike" cap="none">
              <a:solidFill>
                <a:schemeClr val="dk1"/>
              </a:solidFill>
              <a:latin typeface="IBM Plex Sans KR"/>
              <a:ea typeface="IBM Plex Sans KR"/>
              <a:cs typeface="IBM Plex Sans KR"/>
            </a:endParaRPr>
          </a:p>
        </p:txBody>
      </p:sp>
      <p:sp>
        <p:nvSpPr>
          <p:cNvPr id="181" name="Google Shape;181;p7">
            <a:extLst xmlns:a="http://schemas.openxmlformats.org/drawingml/2006/main">
              <a:ext uri="{FF2B5EF4-FFF2-40B4-BE49-F238E27FC236}">
                <a16:creationId xmlns:a16="http://schemas.microsoft.com/office/drawing/2014/main" id="{B278B6D7-6F2F-4881-9BAF-FE2E43A2D0F5}"/>
              </a:ext>
            </a:extLst>
          </p:cNvPr>
          <p:cNvSpPr>
            <a:spLocks xmlns:a="http://schemas.openxmlformats.org/drawingml/2006/main" noGrp="1"/>
          </p:cNvSpPr>
          <p:nvPr/>
        </p:nvSpPr>
        <p:spPr>
          <a:xfrm xmlns:a="http://schemas.openxmlformats.org/drawingml/2006/main">
            <a:off x="10003113" y="2312039"/>
            <a:ext cx="1263013" cy="2539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fontScale="92579"/>
          </a:bodyPr>
          <a:lstStyle xmlns:a="http://schemas.openxmlformats.org/drawingml/2006/main">
            <a:defPPr algn="l">
              <a:defRPr sz="1200">
                <a:solidFill>
                  <a:srgbClr val="1D4ED8"/>
                </a:solidFill>
                <a:latin typeface="IBM Plex Sans KR"/>
                <a:ea typeface="IBM Plex Sans KR"/>
                <a:cs typeface="IBM Plex Sans KR"/>
              </a:defRPr>
            </a:defPPr>
            <a:lvl1pPr algn="l">
              <a:defRPr sz="1200">
                <a:solidFill>
                  <a:srgbClr val="1D4ED8"/>
                </a:solidFill>
                <a:latin typeface="IBM Plex Sans KR"/>
                <a:ea typeface="IBM Plex Sans KR"/>
                <a:cs typeface="IBM Plex Sans KR"/>
              </a:defRPr>
            </a:lvl1pPr>
            <a:lvl2pPr algn="l">
              <a:defRPr sz="1200">
                <a:solidFill>
                  <a:srgbClr val="1D4ED8"/>
                </a:solidFill>
                <a:latin typeface="IBM Plex Sans KR"/>
                <a:ea typeface="IBM Plex Sans KR"/>
                <a:cs typeface="IBM Plex Sans KR"/>
              </a:defRPr>
            </a:lvl2pPr>
            <a:lvl3pPr algn="l">
              <a:defRPr sz="1200">
                <a:solidFill>
                  <a:srgbClr val="1D4ED8"/>
                </a:solidFill>
                <a:latin typeface="IBM Plex Sans KR"/>
                <a:ea typeface="IBM Plex Sans KR"/>
                <a:cs typeface="IBM Plex Sans KR"/>
              </a:defRPr>
            </a:lvl3pPr>
            <a:lvl4pPr algn="l">
              <a:defRPr sz="1200">
                <a:solidFill>
                  <a:srgbClr val="1D4ED8"/>
                </a:solidFill>
                <a:latin typeface="IBM Plex Sans KR"/>
                <a:ea typeface="IBM Plex Sans KR"/>
                <a:cs typeface="IBM Plex Sans KR"/>
              </a:defRPr>
            </a:lvl4pPr>
            <a:lvl5pPr algn="l">
              <a:defRPr sz="1200">
                <a:solidFill>
                  <a:srgbClr val="1D4ED8"/>
                </a:solidFill>
                <a:latin typeface="IBM Plex Sans KR"/>
                <a:ea typeface="IBM Plex Sans KR"/>
                <a:cs typeface="IBM Plex Sans KR"/>
              </a:defRPr>
            </a:lvl5pPr>
            <a:lvl6pPr algn="l">
              <a:defRPr sz="1200">
                <a:solidFill>
                  <a:srgbClr val="1D4ED8"/>
                </a:solidFill>
                <a:latin typeface="IBM Plex Sans KR"/>
                <a:ea typeface="IBM Plex Sans KR"/>
                <a:cs typeface="IBM Plex Sans KR"/>
              </a:defRPr>
            </a:lvl6pPr>
            <a:lvl7pPr algn="l">
              <a:defRPr sz="1200">
                <a:solidFill>
                  <a:srgbClr val="1D4ED8"/>
                </a:solidFill>
                <a:latin typeface="IBM Plex Sans KR"/>
                <a:ea typeface="IBM Plex Sans KR"/>
                <a:cs typeface="IBM Plex Sans KR"/>
              </a:defRPr>
            </a:lvl7pPr>
            <a:lvl8pPr algn="l">
              <a:defRPr sz="1200">
                <a:solidFill>
                  <a:srgbClr val="1D4ED8"/>
                </a:solidFill>
                <a:latin typeface="IBM Plex Sans KR"/>
                <a:ea typeface="IBM Plex Sans KR"/>
                <a:cs typeface="IBM Plex Sans KR"/>
              </a:defRPr>
            </a:lvl8pPr>
            <a:lvl9pPr algn="l">
              <a:defRPr sz="1200">
                <a:solidFill>
                  <a:srgbClr val="1D4ED8"/>
                </a:solidFill>
                <a:latin typeface="IBM Plex Sans KR"/>
                <a:ea typeface="IBM Plex Sans KR"/>
                <a:cs typeface="IBM Plex Sans KR"/>
              </a:defRPr>
            </a:lvl9pPr>
          </a:lstStyle>
          <a:p xmlns:a="http://schemas.openxmlformats.org/drawingml/2006/main">
            <a:pPr marL="0" marR="0" lvl="0" indent="0" algn="l">
              <a:lnSpc>
                <a:spcPct val="150000"/>
              </a:lnSpc>
              <a:spcBef>
                <a:spcPts val="0"/>
              </a:spcBef>
              <a:spcAft>
                <a:spcPts val="0"/>
              </a:spcAft>
              <a:buClr>
                <a:srgbClr val="1D4ED8"/>
              </a:buClr>
              <a:buSzPts val="1200"/>
              <a:buFont typeface="IBM Plex Sans KR"/>
              <a:buNone/>
              <a:defRPr sz="1200">
                <a:solidFill>
                  <a:srgbClr val="1D4ED8"/>
                </a:solidFill>
                <a:latin typeface="IBM Plex Sans KR"/>
                <a:ea typeface="IBM Plex Sans KR"/>
                <a:cs typeface="IBM Plex Sans KR"/>
              </a:defRPr>
            </a:pPr>
            <a:r>
              <a:rPr sz="1200" b="0" i="0" u="none" strike="noStrike" cap="none">
                <a:solidFill>
                  <a:srgbClr val="1D4ED8"/>
                </a:solidFill>
                <a:latin typeface="IBM Plex Sans KR"/>
                <a:ea typeface="IBM Plex Sans KR"/>
                <a:cs typeface="IBM Plex Sans KR"/>
              </a:rPr>
              <a:t>4개 항목 답변</a:t>
            </a:r>
            <a:endParaRPr sz="1200" b="0" i="0" u="none" strike="noStrike" cap="none">
              <a:solidFill>
                <a:schemeClr val="dk1"/>
              </a:solidFill>
              <a:latin typeface="IBM Plex Sans KR"/>
              <a:ea typeface="IBM Plex Sans KR"/>
              <a:cs typeface="IBM Plex Sans KR"/>
            </a:endParaRPr>
          </a:p>
        </p:txBody>
      </p:sp>
      <p:sp>
        <p:nvSpPr>
          <p:cNvPr id="182" name="Google Shape;182;p7">
            <a:extLst xmlns:a="http://schemas.openxmlformats.org/drawingml/2006/main">
              <a:ext uri="{FF2B5EF4-FFF2-40B4-BE49-F238E27FC236}">
                <a16:creationId xmlns:a16="http://schemas.microsoft.com/office/drawing/2014/main" id="{DEC5297A-384A-4830-9D43-DCA04B9EE41A}"/>
              </a:ext>
            </a:extLst>
          </p:cNvPr>
          <p:cNvSpPr>
            <a:spLocks xmlns:a="http://schemas.openxmlformats.org/drawingml/2006/main" noGrp="1"/>
          </p:cNvSpPr>
          <p:nvPr/>
        </p:nvSpPr>
        <p:spPr>
          <a:xfrm xmlns:a="http://schemas.openxmlformats.org/drawingml/2006/main">
            <a:off x="812768" y="3251359"/>
            <a:ext cx="3403663" cy="1095375"/>
          </a:xfrm>
          <a:prstGeom xmlns:a="http://schemas.openxmlformats.org/drawingml/2006/main" prst="roundRect">
            <a:avLst>
              <a:gd name="adj" fmla="val 12387"/>
            </a:avLst>
          </a:prstGeom>
          <a:solidFill xmlns:a="http://schemas.openxmlformats.org/drawingml/2006/main">
            <a:srgbClr val="EAF0FD"/>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83" name="Google Shape;183;p7">
            <a:extLst xmlns:a="http://schemas.openxmlformats.org/drawingml/2006/main">
              <a:ext uri="{FF2B5EF4-FFF2-40B4-BE49-F238E27FC236}">
                <a16:creationId xmlns:a16="http://schemas.microsoft.com/office/drawing/2014/main" id="{024E60C0-D4A1-489E-B839-1100F1AA9C3A}"/>
              </a:ext>
            </a:extLst>
          </p:cNvPr>
          <p:cNvSpPr>
            <a:spLocks xmlns:a="http://schemas.openxmlformats.org/drawingml/2006/main" noGrp="1"/>
          </p:cNvSpPr>
          <p:nvPr/>
        </p:nvSpPr>
        <p:spPr>
          <a:xfrm xmlns:a="http://schemas.openxmlformats.org/drawingml/2006/main">
            <a:off x="1015940" y="3429121"/>
            <a:ext cx="3087165" cy="22347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marR="0" lvl="0" indent="0" algn="l">
              <a:lnSpc>
                <a:spcPct val="130000"/>
              </a:lnSpc>
              <a:spcBef>
                <a:spcPts val="0"/>
              </a:spcBef>
              <a:spcAft>
                <a:spcPts val="0"/>
              </a:spcAft>
              <a:buClr>
                <a:srgbClr val="1D4ED8"/>
              </a:buClr>
              <a:buSzPts val="1200"/>
              <a:buFont typeface="IBM Plex Sans KR"/>
              <a:buNone/>
            </a:pPr>
            <a:r>
              <a:rPr sz="1200" b="1" i="0" u="none" strike="noStrike" cap="none">
                <a:solidFill>
                  <a:srgbClr val="1D4ED8"/>
                </a:solidFill>
                <a:latin typeface="IBM Plex Sans KR"/>
                <a:ea typeface="IBM Plex Sans KR"/>
                <a:cs typeface="IBM Plex Sans KR"/>
              </a:rPr>
              <a:t>분기 규칙</a:t>
            </a:r>
            <a:endParaRPr sz="1200" b="0" i="0" u="none" strike="noStrike" cap="none">
              <a:solidFill>
                <a:schemeClr val="dk1"/>
              </a:solidFill>
              <a:latin typeface="IBM Plex Sans KR"/>
              <a:ea typeface="IBM Plex Sans KR"/>
              <a:cs typeface="IBM Plex Sans KR"/>
            </a:endParaRPr>
          </a:p>
        </p:txBody>
      </p:sp>
      <p:sp>
        <p:nvSpPr>
          <p:cNvPr id="184" name="Google Shape;184;p7">
            <a:extLst xmlns:a="http://schemas.openxmlformats.org/drawingml/2006/main">
              <a:ext uri="{FF2B5EF4-FFF2-40B4-BE49-F238E27FC236}">
                <a16:creationId xmlns:a16="http://schemas.microsoft.com/office/drawing/2014/main" id="{9AD5ED4E-0887-43A6-8B96-3103F7885EA5}"/>
              </a:ext>
            </a:extLst>
          </p:cNvPr>
          <p:cNvSpPr>
            <a:spLocks xmlns:a="http://schemas.openxmlformats.org/drawingml/2006/main" noGrp="1"/>
          </p:cNvSpPr>
          <p:nvPr/>
        </p:nvSpPr>
        <p:spPr>
          <a:xfrm xmlns:a="http://schemas.openxmlformats.org/drawingml/2006/main">
            <a:off x="1015937" y="3665220"/>
            <a:ext cx="3087148" cy="619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fontScale="100000"/>
          </a:bodyPr>
          <a:lstStyle xmlns:a="http://schemas.openxmlformats.org/drawingml/2006/main">
            <a:defPPr algn="l">
              <a:defRPr sz="1200">
                <a:solidFill>
                  <a:srgbClr val="1D4ED8"/>
                </a:solidFill>
                <a:latin typeface="IBM Plex Sans KR"/>
                <a:ea typeface="IBM Plex Sans KR"/>
                <a:cs typeface="IBM Plex Sans KR"/>
              </a:defRPr>
            </a:defPPr>
            <a:lvl1pPr algn="l">
              <a:defRPr sz="1200">
                <a:solidFill>
                  <a:srgbClr val="1D4ED8"/>
                </a:solidFill>
                <a:latin typeface="IBM Plex Sans KR"/>
                <a:ea typeface="IBM Plex Sans KR"/>
                <a:cs typeface="IBM Plex Sans KR"/>
              </a:defRPr>
            </a:lvl1pPr>
            <a:lvl2pPr algn="l">
              <a:defRPr sz="1200">
                <a:solidFill>
                  <a:srgbClr val="1D4ED8"/>
                </a:solidFill>
                <a:latin typeface="IBM Plex Sans KR"/>
                <a:ea typeface="IBM Plex Sans KR"/>
                <a:cs typeface="IBM Plex Sans KR"/>
              </a:defRPr>
            </a:lvl2pPr>
            <a:lvl3pPr algn="l">
              <a:defRPr sz="1200">
                <a:solidFill>
                  <a:srgbClr val="1D4ED8"/>
                </a:solidFill>
                <a:latin typeface="IBM Plex Sans KR"/>
                <a:ea typeface="IBM Plex Sans KR"/>
                <a:cs typeface="IBM Plex Sans KR"/>
              </a:defRPr>
            </a:lvl3pPr>
            <a:lvl4pPr algn="l">
              <a:defRPr sz="1200">
                <a:solidFill>
                  <a:srgbClr val="1D4ED8"/>
                </a:solidFill>
                <a:latin typeface="IBM Plex Sans KR"/>
                <a:ea typeface="IBM Plex Sans KR"/>
                <a:cs typeface="IBM Plex Sans KR"/>
              </a:defRPr>
            </a:lvl4pPr>
            <a:lvl5pPr algn="l">
              <a:defRPr sz="1200">
                <a:solidFill>
                  <a:srgbClr val="1D4ED8"/>
                </a:solidFill>
                <a:latin typeface="IBM Plex Sans KR"/>
                <a:ea typeface="IBM Plex Sans KR"/>
                <a:cs typeface="IBM Plex Sans KR"/>
              </a:defRPr>
            </a:lvl5pPr>
            <a:lvl6pPr algn="l">
              <a:defRPr sz="1200">
                <a:solidFill>
                  <a:srgbClr val="1D4ED8"/>
                </a:solidFill>
                <a:latin typeface="IBM Plex Sans KR"/>
                <a:ea typeface="IBM Plex Sans KR"/>
                <a:cs typeface="IBM Plex Sans KR"/>
              </a:defRPr>
            </a:lvl6pPr>
            <a:lvl7pPr algn="l">
              <a:defRPr sz="1200">
                <a:solidFill>
                  <a:srgbClr val="1D4ED8"/>
                </a:solidFill>
                <a:latin typeface="IBM Plex Sans KR"/>
                <a:ea typeface="IBM Plex Sans KR"/>
                <a:cs typeface="IBM Plex Sans KR"/>
              </a:defRPr>
            </a:lvl7pPr>
            <a:lvl8pPr algn="l">
              <a:defRPr sz="1200">
                <a:solidFill>
                  <a:srgbClr val="1D4ED8"/>
                </a:solidFill>
                <a:latin typeface="IBM Plex Sans KR"/>
                <a:ea typeface="IBM Plex Sans KR"/>
                <a:cs typeface="IBM Plex Sans KR"/>
              </a:defRPr>
            </a:lvl8pPr>
            <a:lvl9pPr algn="l">
              <a:defRPr sz="1200">
                <a:solidFill>
                  <a:srgbClr val="1D4ED8"/>
                </a:solidFill>
                <a:latin typeface="IBM Plex Sans KR"/>
                <a:ea typeface="IBM Plex Sans KR"/>
                <a:cs typeface="IBM Plex Sans KR"/>
              </a:defRPr>
            </a:lvl9pPr>
          </a:lstStyle>
          <a:p xmlns:a="http://schemas.openxmlformats.org/drawingml/2006/main">
            <a:pPr marL="0" marR="0" lvl="0" indent="0" algn="l">
              <a:lnSpc>
                <a:spcPct val="150000"/>
              </a:lnSpc>
              <a:spcBef>
                <a:spcPts val="0"/>
              </a:spcBef>
              <a:spcAft>
                <a:spcPts val="0"/>
              </a:spcAft>
              <a:buClr>
                <a:srgbClr val="1D4ED8"/>
              </a:buClr>
              <a:buSzPts val="1200"/>
              <a:buFont typeface="IBM Plex Sans KR"/>
              <a:buNone/>
              <a:defRPr sz="1200">
                <a:solidFill>
                  <a:srgbClr val="1D4ED8"/>
                </a:solidFill>
                <a:latin typeface="IBM Plex Sans KR"/>
                <a:ea typeface="IBM Plex Sans KR"/>
                <a:cs typeface="IBM Plex Sans KR"/>
              </a:defRPr>
            </a:pPr>
            <a:r>
              <a:rPr sz="1200" b="0" i="0" u="none" strike="noStrike" cap="none">
                <a:solidFill>
                  <a:srgbClr val="1D4ED8"/>
                </a:solidFill>
                <a:latin typeface="IBM Plex Sans KR"/>
                <a:ea typeface="IBM Plex Sans KR"/>
                <a:cs typeface="IBM Plex Sans KR"/>
              </a:rPr>
              <a:t>복합 질문은 A→B→C 순서로 실행</a:t>
            </a:r>
            <a:endParaRPr sz="1200" b="0" i="0" u="none" strike="noStrike" cap="none">
              <a:solidFill>
                <a:schemeClr val="dk1"/>
              </a:solidFill>
              <a:latin typeface="IBM Plex Sans KR"/>
              <a:ea typeface="IBM Plex Sans KR"/>
              <a:cs typeface="IBM Plex Sans KR"/>
            </a:endParaRPr>
          </a:p>
          <a:p xmlns:a="http://schemas.openxmlformats.org/drawingml/2006/main">
            <a:pPr marL="0" marR="0" lvl="0" indent="0" algn="l">
              <a:lnSpc>
                <a:spcPct val="150000"/>
              </a:lnSpc>
              <a:spcBef>
                <a:spcPts val="0"/>
              </a:spcBef>
              <a:spcAft>
                <a:spcPts val="0"/>
              </a:spcAft>
              <a:buClr>
                <a:srgbClr val="1D4ED8"/>
              </a:buClr>
              <a:buSzPts val="1200"/>
              <a:buFont typeface="IBM Plex Sans KR"/>
              <a:buNone/>
              <a:defRPr sz="1200">
                <a:solidFill>
                  <a:srgbClr val="1D4ED8"/>
                </a:solidFill>
                <a:latin typeface="IBM Plex Sans KR"/>
                <a:ea typeface="IBM Plex Sans KR"/>
                <a:cs typeface="IBM Plex Sans KR"/>
              </a:defRPr>
            </a:pPr>
            <a:r>
              <a:rPr sz="1200" b="0" i="0" u="none" strike="noStrike" cap="none">
                <a:solidFill>
                  <a:srgbClr val="1D4ED8"/>
                </a:solidFill>
                <a:latin typeface="IBM Plex Sans KR"/>
                <a:ea typeface="IBM Plex Sans KR"/>
                <a:cs typeface="IBM Plex Sans KR"/>
              </a:rPr>
              <a:t>계획 계산은 현재 진단을 포함</a:t>
            </a:r>
            <a:endParaRPr sz="1200" b="0" i="0" u="none" strike="noStrike" cap="none">
              <a:solidFill>
                <a:schemeClr val="dk1"/>
              </a:solidFill>
              <a:latin typeface="IBM Plex Sans KR"/>
              <a:ea typeface="IBM Plex Sans KR"/>
              <a:cs typeface="IBM Plex Sans KR"/>
            </a:endParaRPr>
          </a:p>
        </p:txBody>
      </p:sp>
      <p:sp>
        <p:nvSpPr>
          <p:cNvPr id="185" name="Google Shape;185;p7">
            <a:extLst xmlns:a="http://schemas.openxmlformats.org/drawingml/2006/main">
              <a:ext uri="{FF2B5EF4-FFF2-40B4-BE49-F238E27FC236}">
                <a16:creationId xmlns:a16="http://schemas.microsoft.com/office/drawing/2014/main" id="{6777EB3E-70C4-41E1-914B-F15F0A48383C}"/>
              </a:ext>
            </a:extLst>
          </p:cNvPr>
          <p:cNvSpPr>
            <a:spLocks xmlns:a="http://schemas.openxmlformats.org/drawingml/2006/main" noGrp="1"/>
          </p:cNvSpPr>
          <p:nvPr/>
        </p:nvSpPr>
        <p:spPr>
          <a:xfrm xmlns:a="http://schemas.openxmlformats.org/drawingml/2006/main">
            <a:off x="4394168" y="3251359"/>
            <a:ext cx="3403663" cy="1095375"/>
          </a:xfrm>
          <a:prstGeom xmlns:a="http://schemas.openxmlformats.org/drawingml/2006/main" prst="roundRect">
            <a:avLst>
              <a:gd name="adj" fmla="val 12387"/>
            </a:avLst>
          </a:prstGeom>
          <a:solidFill xmlns:a="http://schemas.openxmlformats.org/drawingml/2006/main">
            <a:srgbClr val="EAF0FD"/>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86" name="Google Shape;186;p7">
            <a:extLst xmlns:a="http://schemas.openxmlformats.org/drawingml/2006/main">
              <a:ext uri="{FF2B5EF4-FFF2-40B4-BE49-F238E27FC236}">
                <a16:creationId xmlns:a16="http://schemas.microsoft.com/office/drawing/2014/main" id="{92082EA9-8514-4B81-8350-BBFA10AE9EA9}"/>
              </a:ext>
            </a:extLst>
          </p:cNvPr>
          <p:cNvSpPr>
            <a:spLocks xmlns:a="http://schemas.openxmlformats.org/drawingml/2006/main" noGrp="1"/>
          </p:cNvSpPr>
          <p:nvPr/>
        </p:nvSpPr>
        <p:spPr>
          <a:xfrm xmlns:a="http://schemas.openxmlformats.org/drawingml/2006/main">
            <a:off x="4597316" y="3429121"/>
            <a:ext cx="3087227" cy="22347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fontScale="93999"/>
          </a:bodyPr>
          <a:lstStyle xmlns:a="http://schemas.openxmlformats.org/drawingml/2006/main">
            <a:defPPr algn="l">
              <a:defRPr sz="1200" b="1">
                <a:solidFill>
                  <a:srgbClr val="1D4ED8"/>
                </a:solidFill>
                <a:latin typeface="IBM Plex Sans KR"/>
                <a:ea typeface="IBM Plex Sans KR"/>
                <a:cs typeface="IBM Plex Sans KR"/>
              </a:defRPr>
            </a:defPPr>
            <a:lvl1pPr algn="l">
              <a:defRPr sz="1200" b="1">
                <a:solidFill>
                  <a:srgbClr val="1D4ED8"/>
                </a:solidFill>
                <a:latin typeface="IBM Plex Sans KR"/>
                <a:ea typeface="IBM Plex Sans KR"/>
                <a:cs typeface="IBM Plex Sans KR"/>
              </a:defRPr>
            </a:lvl1pPr>
            <a:lvl2pPr algn="l">
              <a:defRPr sz="1200" b="1">
                <a:solidFill>
                  <a:srgbClr val="1D4ED8"/>
                </a:solidFill>
                <a:latin typeface="IBM Plex Sans KR"/>
                <a:ea typeface="IBM Plex Sans KR"/>
                <a:cs typeface="IBM Plex Sans KR"/>
              </a:defRPr>
            </a:lvl2pPr>
            <a:lvl3pPr algn="l">
              <a:defRPr sz="1200" b="1">
                <a:solidFill>
                  <a:srgbClr val="1D4ED8"/>
                </a:solidFill>
                <a:latin typeface="IBM Plex Sans KR"/>
                <a:ea typeface="IBM Plex Sans KR"/>
                <a:cs typeface="IBM Plex Sans KR"/>
              </a:defRPr>
            </a:lvl3pPr>
            <a:lvl4pPr algn="l">
              <a:defRPr sz="1200" b="1">
                <a:solidFill>
                  <a:srgbClr val="1D4ED8"/>
                </a:solidFill>
                <a:latin typeface="IBM Plex Sans KR"/>
                <a:ea typeface="IBM Plex Sans KR"/>
                <a:cs typeface="IBM Plex Sans KR"/>
              </a:defRPr>
            </a:lvl4pPr>
            <a:lvl5pPr algn="l">
              <a:defRPr sz="1200" b="1">
                <a:solidFill>
                  <a:srgbClr val="1D4ED8"/>
                </a:solidFill>
                <a:latin typeface="IBM Plex Sans KR"/>
                <a:ea typeface="IBM Plex Sans KR"/>
                <a:cs typeface="IBM Plex Sans KR"/>
              </a:defRPr>
            </a:lvl5pPr>
            <a:lvl6pPr algn="l">
              <a:defRPr sz="1200" b="1">
                <a:solidFill>
                  <a:srgbClr val="1D4ED8"/>
                </a:solidFill>
                <a:latin typeface="IBM Plex Sans KR"/>
                <a:ea typeface="IBM Plex Sans KR"/>
                <a:cs typeface="IBM Plex Sans KR"/>
              </a:defRPr>
            </a:lvl6pPr>
            <a:lvl7pPr algn="l">
              <a:defRPr sz="1200" b="1">
                <a:solidFill>
                  <a:srgbClr val="1D4ED8"/>
                </a:solidFill>
                <a:latin typeface="IBM Plex Sans KR"/>
                <a:ea typeface="IBM Plex Sans KR"/>
                <a:cs typeface="IBM Plex Sans KR"/>
              </a:defRPr>
            </a:lvl7pPr>
            <a:lvl8pPr algn="l">
              <a:defRPr sz="1200" b="1">
                <a:solidFill>
                  <a:srgbClr val="1D4ED8"/>
                </a:solidFill>
                <a:latin typeface="IBM Plex Sans KR"/>
                <a:ea typeface="IBM Plex Sans KR"/>
                <a:cs typeface="IBM Plex Sans KR"/>
              </a:defRPr>
            </a:lvl8pPr>
            <a:lvl9pPr algn="l">
              <a:defRPr sz="1200" b="1">
                <a:solidFill>
                  <a:srgbClr val="1D4ED8"/>
                </a:solidFill>
                <a:latin typeface="IBM Plex Sans KR"/>
                <a:ea typeface="IBM Plex Sans KR"/>
                <a:cs typeface="IBM Plex Sans KR"/>
              </a:defRPr>
            </a:lvl9pPr>
          </a:lstStyle>
          <a:p xmlns:a="http://schemas.openxmlformats.org/drawingml/2006/main">
            <a:pPr marL="0" marR="0" lvl="0" indent="0" algn="l">
              <a:lnSpc>
                <a:spcPct val="130000"/>
              </a:lnSpc>
              <a:spcBef>
                <a:spcPts val="0"/>
              </a:spcBef>
              <a:spcAft>
                <a:spcPts val="0"/>
              </a:spcAft>
              <a:buClr>
                <a:srgbClr val="1D4ED8"/>
              </a:buClr>
              <a:buSzPts val="1200"/>
              <a:buFont typeface="IBM Plex Sans KR"/>
              <a:buNone/>
              <a:defRPr sz="1200" b="1">
                <a:solidFill>
                  <a:srgbClr val="1D4ED8"/>
                </a:solidFill>
                <a:latin typeface="IBM Plex Sans KR"/>
                <a:ea typeface="IBM Plex Sans KR"/>
                <a:cs typeface="IBM Plex Sans KR"/>
              </a:defRPr>
            </a:pPr>
            <a:r>
              <a:rPr sz="1200" b="1" i="0" u="none" strike="noStrike" cap="none">
                <a:solidFill>
                  <a:srgbClr val="1D4ED8"/>
                </a:solidFill>
                <a:latin typeface="IBM Plex Sans KR"/>
                <a:ea typeface="IBM Plex Sans KR"/>
                <a:cs typeface="IBM Plex Sans KR"/>
              </a:rPr>
              <a:t>실행 한도와 재사용</a:t>
            </a:r>
            <a:endParaRPr sz="1200" b="0" i="0" u="none" strike="noStrike" cap="none">
              <a:solidFill>
                <a:schemeClr val="dk1"/>
              </a:solidFill>
              <a:latin typeface="IBM Plex Sans KR"/>
              <a:ea typeface="IBM Plex Sans KR"/>
              <a:cs typeface="IBM Plex Sans KR"/>
            </a:endParaRPr>
          </a:p>
        </p:txBody>
      </p:sp>
      <p:sp>
        <p:nvSpPr>
          <p:cNvPr id="187" name="Google Shape;187;p7">
            <a:extLst xmlns:a="http://schemas.openxmlformats.org/drawingml/2006/main">
              <a:ext uri="{FF2B5EF4-FFF2-40B4-BE49-F238E27FC236}">
                <a16:creationId xmlns:a16="http://schemas.microsoft.com/office/drawing/2014/main" id="{B0141188-FD7E-48E7-A2A7-F400E453524F}"/>
              </a:ext>
            </a:extLst>
          </p:cNvPr>
          <p:cNvSpPr>
            <a:spLocks xmlns:a="http://schemas.openxmlformats.org/drawingml/2006/main" noGrp="1"/>
          </p:cNvSpPr>
          <p:nvPr/>
        </p:nvSpPr>
        <p:spPr>
          <a:xfrm xmlns:a="http://schemas.openxmlformats.org/drawingml/2006/main">
            <a:off x="4597337" y="3665220"/>
            <a:ext cx="3087243" cy="619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fontScale="100000"/>
          </a:bodyPr>
          <a:lstStyle xmlns:a="http://schemas.openxmlformats.org/drawingml/2006/main">
            <a:defPPr algn="l">
              <a:defRPr sz="1200">
                <a:solidFill>
                  <a:srgbClr val="1D4ED8"/>
                </a:solidFill>
                <a:latin typeface="IBM Plex Sans KR"/>
                <a:ea typeface="IBM Plex Sans KR"/>
                <a:cs typeface="IBM Plex Sans KR"/>
              </a:defRPr>
            </a:defPPr>
            <a:lvl1pPr algn="l">
              <a:defRPr sz="1200">
                <a:solidFill>
                  <a:srgbClr val="1D4ED8"/>
                </a:solidFill>
                <a:latin typeface="IBM Plex Sans KR"/>
                <a:ea typeface="IBM Plex Sans KR"/>
                <a:cs typeface="IBM Plex Sans KR"/>
              </a:defRPr>
            </a:lvl1pPr>
            <a:lvl2pPr algn="l">
              <a:defRPr sz="1200">
                <a:solidFill>
                  <a:srgbClr val="1D4ED8"/>
                </a:solidFill>
                <a:latin typeface="IBM Plex Sans KR"/>
                <a:ea typeface="IBM Plex Sans KR"/>
                <a:cs typeface="IBM Plex Sans KR"/>
              </a:defRPr>
            </a:lvl2pPr>
            <a:lvl3pPr algn="l">
              <a:defRPr sz="1200">
                <a:solidFill>
                  <a:srgbClr val="1D4ED8"/>
                </a:solidFill>
                <a:latin typeface="IBM Plex Sans KR"/>
                <a:ea typeface="IBM Plex Sans KR"/>
                <a:cs typeface="IBM Plex Sans KR"/>
              </a:defRPr>
            </a:lvl3pPr>
            <a:lvl4pPr algn="l">
              <a:defRPr sz="1200">
                <a:solidFill>
                  <a:srgbClr val="1D4ED8"/>
                </a:solidFill>
                <a:latin typeface="IBM Plex Sans KR"/>
                <a:ea typeface="IBM Plex Sans KR"/>
                <a:cs typeface="IBM Plex Sans KR"/>
              </a:defRPr>
            </a:lvl4pPr>
            <a:lvl5pPr algn="l">
              <a:defRPr sz="1200">
                <a:solidFill>
                  <a:srgbClr val="1D4ED8"/>
                </a:solidFill>
                <a:latin typeface="IBM Plex Sans KR"/>
                <a:ea typeface="IBM Plex Sans KR"/>
                <a:cs typeface="IBM Plex Sans KR"/>
              </a:defRPr>
            </a:lvl5pPr>
            <a:lvl6pPr algn="l">
              <a:defRPr sz="1200">
                <a:solidFill>
                  <a:srgbClr val="1D4ED8"/>
                </a:solidFill>
                <a:latin typeface="IBM Plex Sans KR"/>
                <a:ea typeface="IBM Plex Sans KR"/>
                <a:cs typeface="IBM Plex Sans KR"/>
              </a:defRPr>
            </a:lvl6pPr>
            <a:lvl7pPr algn="l">
              <a:defRPr sz="1200">
                <a:solidFill>
                  <a:srgbClr val="1D4ED8"/>
                </a:solidFill>
                <a:latin typeface="IBM Plex Sans KR"/>
                <a:ea typeface="IBM Plex Sans KR"/>
                <a:cs typeface="IBM Plex Sans KR"/>
              </a:defRPr>
            </a:lvl7pPr>
            <a:lvl8pPr algn="l">
              <a:defRPr sz="1200">
                <a:solidFill>
                  <a:srgbClr val="1D4ED8"/>
                </a:solidFill>
                <a:latin typeface="IBM Plex Sans KR"/>
                <a:ea typeface="IBM Plex Sans KR"/>
                <a:cs typeface="IBM Plex Sans KR"/>
              </a:defRPr>
            </a:lvl8pPr>
            <a:lvl9pPr algn="l">
              <a:defRPr sz="1200">
                <a:solidFill>
                  <a:srgbClr val="1D4ED8"/>
                </a:solidFill>
                <a:latin typeface="IBM Plex Sans KR"/>
                <a:ea typeface="IBM Plex Sans KR"/>
                <a:cs typeface="IBM Plex Sans KR"/>
              </a:defRPr>
            </a:lvl9pPr>
          </a:lstStyle>
          <a:p xmlns:a="http://schemas.openxmlformats.org/drawingml/2006/main">
            <a:pPr marL="0" marR="0" lvl="0" indent="0" algn="l">
              <a:lnSpc>
                <a:spcPct val="150000"/>
              </a:lnSpc>
              <a:spcBef>
                <a:spcPts val="0"/>
              </a:spcBef>
              <a:spcAft>
                <a:spcPts val="0"/>
              </a:spcAft>
              <a:buClr>
                <a:srgbClr val="1D4ED8"/>
              </a:buClr>
              <a:buSzPts val="1200"/>
              <a:buFont typeface="IBM Plex Sans KR"/>
              <a:buNone/>
              <a:defRPr sz="1200">
                <a:solidFill>
                  <a:srgbClr val="1D4ED8"/>
                </a:solidFill>
                <a:latin typeface="IBM Plex Sans KR"/>
                <a:ea typeface="IBM Plex Sans KR"/>
                <a:cs typeface="IBM Plex Sans KR"/>
              </a:defRPr>
            </a:pPr>
            <a:r>
              <a:rPr sz="1200" b="0" i="0" u="none" strike="noStrike" cap="none">
                <a:solidFill>
                  <a:srgbClr val="1D4ED8"/>
                </a:solidFill>
                <a:latin typeface="IBM Plex Sans KR"/>
                <a:ea typeface="IBM Plex Sans KR"/>
                <a:cs typeface="IBM Plex Sans KR"/>
              </a:rPr>
              <a:t>최대 3개 분야 실행 후 종료</a:t>
            </a:r>
            <a:endParaRPr sz="1200" b="0" i="0" u="none" strike="noStrike" cap="none">
              <a:solidFill>
                <a:schemeClr val="dk1"/>
              </a:solidFill>
              <a:latin typeface="IBM Plex Sans KR"/>
              <a:ea typeface="IBM Plex Sans KR"/>
              <a:cs typeface="IBM Plex Sans KR"/>
            </a:endParaRPr>
          </a:p>
          <a:p xmlns:a="http://schemas.openxmlformats.org/drawingml/2006/main">
            <a:pPr marL="0" marR="0" lvl="0" indent="0" algn="l">
              <a:lnSpc>
                <a:spcPct val="150000"/>
              </a:lnSpc>
              <a:spcBef>
                <a:spcPts val="0"/>
              </a:spcBef>
              <a:spcAft>
                <a:spcPts val="0"/>
              </a:spcAft>
              <a:buClr>
                <a:srgbClr val="1D4ED8"/>
              </a:buClr>
              <a:buSzPts val="1200"/>
              <a:buFont typeface="IBM Plex Sans KR"/>
              <a:buNone/>
              <a:defRPr sz="1200">
                <a:solidFill>
                  <a:srgbClr val="1D4ED8"/>
                </a:solidFill>
                <a:latin typeface="IBM Plex Sans KR"/>
                <a:ea typeface="IBM Plex Sans KR"/>
                <a:cs typeface="IBM Plex Sans KR"/>
              </a:defRPr>
            </a:pPr>
            <a:r>
              <a:rPr sz="1200" b="0" i="0" u="none" strike="noStrike" cap="none">
                <a:solidFill>
                  <a:srgbClr val="1D4ED8"/>
                </a:solidFill>
                <a:latin typeface="IBM Plex Sans KR"/>
                <a:ea typeface="IBM Plex Sans KR"/>
                <a:cs typeface="IBM Plex Sans KR"/>
              </a:rPr>
              <a:t>명시적 재요청만 최근 결과 재사용</a:t>
            </a:r>
            <a:endParaRPr sz="1200" b="0" i="0" u="none" strike="noStrike" cap="none">
              <a:solidFill>
                <a:schemeClr val="dk1"/>
              </a:solidFill>
              <a:latin typeface="IBM Plex Sans KR"/>
              <a:ea typeface="IBM Plex Sans KR"/>
              <a:cs typeface="IBM Plex Sans KR"/>
            </a:endParaRPr>
          </a:p>
        </p:txBody>
      </p:sp>
      <p:sp>
        <p:nvSpPr>
          <p:cNvPr id="188" name="Google Shape;188;p7">
            <a:extLst xmlns:a="http://schemas.openxmlformats.org/drawingml/2006/main">
              <a:ext uri="{FF2B5EF4-FFF2-40B4-BE49-F238E27FC236}">
                <a16:creationId xmlns:a16="http://schemas.microsoft.com/office/drawing/2014/main" id="{24E31E42-A7C2-4DC9-8C02-B6BB90460107}"/>
              </a:ext>
            </a:extLst>
          </p:cNvPr>
          <p:cNvSpPr>
            <a:spLocks xmlns:a="http://schemas.openxmlformats.org/drawingml/2006/main" noGrp="1"/>
          </p:cNvSpPr>
          <p:nvPr/>
        </p:nvSpPr>
        <p:spPr>
          <a:xfrm xmlns:a="http://schemas.openxmlformats.org/drawingml/2006/main">
            <a:off x="7975568" y="3251359"/>
            <a:ext cx="3403663" cy="1095375"/>
          </a:xfrm>
          <a:prstGeom xmlns:a="http://schemas.openxmlformats.org/drawingml/2006/main" prst="roundRect">
            <a:avLst>
              <a:gd name="adj" fmla="val 12387"/>
            </a:avLst>
          </a:prstGeom>
          <a:solidFill xmlns:a="http://schemas.openxmlformats.org/drawingml/2006/main">
            <a:srgbClr val="EAF0FD"/>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89" name="Google Shape;189;p7">
            <a:extLst xmlns:a="http://schemas.openxmlformats.org/drawingml/2006/main">
              <a:ext uri="{FF2B5EF4-FFF2-40B4-BE49-F238E27FC236}">
                <a16:creationId xmlns:a16="http://schemas.microsoft.com/office/drawing/2014/main" id="{E627F20D-82E5-44F9-A836-CF1980D4F5B8}"/>
              </a:ext>
            </a:extLst>
          </p:cNvPr>
          <p:cNvSpPr>
            <a:spLocks xmlns:a="http://schemas.openxmlformats.org/drawingml/2006/main" noGrp="1"/>
          </p:cNvSpPr>
          <p:nvPr/>
        </p:nvSpPr>
        <p:spPr>
          <a:xfrm xmlns:a="http://schemas.openxmlformats.org/drawingml/2006/main">
            <a:off x="8178751" y="3429121"/>
            <a:ext cx="3087227" cy="22347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marR="0" lvl="0" indent="0" algn="l">
              <a:lnSpc>
                <a:spcPct val="130000"/>
              </a:lnSpc>
              <a:spcBef>
                <a:spcPts val="0"/>
              </a:spcBef>
              <a:spcAft>
                <a:spcPts val="0"/>
              </a:spcAft>
              <a:buClr>
                <a:srgbClr val="1D4ED8"/>
              </a:buClr>
              <a:buSzPts val="1200"/>
              <a:buFont typeface="IBM Plex Sans KR"/>
              <a:buNone/>
            </a:pPr>
            <a:r>
              <a:rPr sz="1200" b="1" i="0" u="none" strike="noStrike" cap="none">
                <a:solidFill>
                  <a:srgbClr val="1D4ED8"/>
                </a:solidFill>
                <a:latin typeface="IBM Plex Sans KR"/>
                <a:ea typeface="IBM Plex Sans KR"/>
                <a:cs typeface="IBM Plex Sans KR"/>
              </a:rPr>
              <a:t>예외 처리</a:t>
            </a:r>
            <a:endParaRPr sz="1200" b="0" i="0" u="none" strike="noStrike" cap="none">
              <a:solidFill>
                <a:schemeClr val="dk1"/>
              </a:solidFill>
              <a:latin typeface="IBM Plex Sans KR"/>
              <a:ea typeface="IBM Plex Sans KR"/>
              <a:cs typeface="IBM Plex Sans KR"/>
            </a:endParaRPr>
          </a:p>
        </p:txBody>
      </p:sp>
      <p:sp>
        <p:nvSpPr>
          <p:cNvPr id="190" name="Google Shape;190;p7">
            <a:extLst xmlns:a="http://schemas.openxmlformats.org/drawingml/2006/main">
              <a:ext uri="{FF2B5EF4-FFF2-40B4-BE49-F238E27FC236}">
                <a16:creationId xmlns:a16="http://schemas.microsoft.com/office/drawing/2014/main" id="{57E8F594-3671-4638-ADDB-DC83D04FDA41}"/>
              </a:ext>
            </a:extLst>
          </p:cNvPr>
          <p:cNvSpPr>
            <a:spLocks xmlns:a="http://schemas.openxmlformats.org/drawingml/2006/main" noGrp="1"/>
          </p:cNvSpPr>
          <p:nvPr/>
        </p:nvSpPr>
        <p:spPr>
          <a:xfrm xmlns:a="http://schemas.openxmlformats.org/drawingml/2006/main">
            <a:off x="8178737" y="3665220"/>
            <a:ext cx="3087243" cy="619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fontScale="100000"/>
          </a:bodyPr>
          <a:lstStyle xmlns:a="http://schemas.openxmlformats.org/drawingml/2006/main">
            <a:defPPr algn="l">
              <a:defRPr sz="1200">
                <a:solidFill>
                  <a:srgbClr val="1D4ED8"/>
                </a:solidFill>
                <a:latin typeface="IBM Plex Sans KR"/>
                <a:ea typeface="IBM Plex Sans KR"/>
                <a:cs typeface="IBM Plex Sans KR"/>
              </a:defRPr>
            </a:defPPr>
            <a:lvl1pPr algn="l">
              <a:defRPr sz="1200">
                <a:solidFill>
                  <a:srgbClr val="1D4ED8"/>
                </a:solidFill>
                <a:latin typeface="IBM Plex Sans KR"/>
                <a:ea typeface="IBM Plex Sans KR"/>
                <a:cs typeface="IBM Plex Sans KR"/>
              </a:defRPr>
            </a:lvl1pPr>
            <a:lvl2pPr algn="l">
              <a:defRPr sz="1200">
                <a:solidFill>
                  <a:srgbClr val="1D4ED8"/>
                </a:solidFill>
                <a:latin typeface="IBM Plex Sans KR"/>
                <a:ea typeface="IBM Plex Sans KR"/>
                <a:cs typeface="IBM Plex Sans KR"/>
              </a:defRPr>
            </a:lvl2pPr>
            <a:lvl3pPr algn="l">
              <a:defRPr sz="1200">
                <a:solidFill>
                  <a:srgbClr val="1D4ED8"/>
                </a:solidFill>
                <a:latin typeface="IBM Plex Sans KR"/>
                <a:ea typeface="IBM Plex Sans KR"/>
                <a:cs typeface="IBM Plex Sans KR"/>
              </a:defRPr>
            </a:lvl3pPr>
            <a:lvl4pPr algn="l">
              <a:defRPr sz="1200">
                <a:solidFill>
                  <a:srgbClr val="1D4ED8"/>
                </a:solidFill>
                <a:latin typeface="IBM Plex Sans KR"/>
                <a:ea typeface="IBM Plex Sans KR"/>
                <a:cs typeface="IBM Plex Sans KR"/>
              </a:defRPr>
            </a:lvl4pPr>
            <a:lvl5pPr algn="l">
              <a:defRPr sz="1200">
                <a:solidFill>
                  <a:srgbClr val="1D4ED8"/>
                </a:solidFill>
                <a:latin typeface="IBM Plex Sans KR"/>
                <a:ea typeface="IBM Plex Sans KR"/>
                <a:cs typeface="IBM Plex Sans KR"/>
              </a:defRPr>
            </a:lvl5pPr>
            <a:lvl6pPr algn="l">
              <a:defRPr sz="1200">
                <a:solidFill>
                  <a:srgbClr val="1D4ED8"/>
                </a:solidFill>
                <a:latin typeface="IBM Plex Sans KR"/>
                <a:ea typeface="IBM Plex Sans KR"/>
                <a:cs typeface="IBM Plex Sans KR"/>
              </a:defRPr>
            </a:lvl6pPr>
            <a:lvl7pPr algn="l">
              <a:defRPr sz="1200">
                <a:solidFill>
                  <a:srgbClr val="1D4ED8"/>
                </a:solidFill>
                <a:latin typeface="IBM Plex Sans KR"/>
                <a:ea typeface="IBM Plex Sans KR"/>
                <a:cs typeface="IBM Plex Sans KR"/>
              </a:defRPr>
            </a:lvl7pPr>
            <a:lvl8pPr algn="l">
              <a:defRPr sz="1200">
                <a:solidFill>
                  <a:srgbClr val="1D4ED8"/>
                </a:solidFill>
                <a:latin typeface="IBM Plex Sans KR"/>
                <a:ea typeface="IBM Plex Sans KR"/>
                <a:cs typeface="IBM Plex Sans KR"/>
              </a:defRPr>
            </a:lvl8pPr>
            <a:lvl9pPr algn="l">
              <a:defRPr sz="1200">
                <a:solidFill>
                  <a:srgbClr val="1D4ED8"/>
                </a:solidFill>
                <a:latin typeface="IBM Plex Sans KR"/>
                <a:ea typeface="IBM Plex Sans KR"/>
                <a:cs typeface="IBM Plex Sans KR"/>
              </a:defRPr>
            </a:lvl9pPr>
          </a:lstStyle>
          <a:p xmlns:a="http://schemas.openxmlformats.org/drawingml/2006/main">
            <a:pPr marL="0" marR="0" lvl="0" indent="0" algn="l">
              <a:lnSpc>
                <a:spcPct val="150000"/>
              </a:lnSpc>
              <a:spcBef>
                <a:spcPts val="0"/>
              </a:spcBef>
              <a:spcAft>
                <a:spcPts val="0"/>
              </a:spcAft>
              <a:buClr>
                <a:srgbClr val="1D4ED8"/>
              </a:buClr>
              <a:buSzPts val="1200"/>
              <a:buFont typeface="IBM Plex Sans KR"/>
              <a:buNone/>
              <a:defRPr sz="1200">
                <a:solidFill>
                  <a:srgbClr val="1D4ED8"/>
                </a:solidFill>
                <a:latin typeface="IBM Plex Sans KR"/>
                <a:ea typeface="IBM Plex Sans KR"/>
                <a:cs typeface="IBM Plex Sans KR"/>
              </a:defRPr>
            </a:pPr>
            <a:r>
              <a:rPr sz="1200" b="0" i="0" u="none" strike="noStrike" cap="none">
                <a:solidFill>
                  <a:srgbClr val="1D4ED8"/>
                </a:solidFill>
                <a:latin typeface="IBM Plex Sans KR"/>
                <a:ea typeface="IBM Plex Sans KR"/>
                <a:cs typeface="IBM Plex Sans KR"/>
              </a:rPr>
              <a:t>누락·충돌은 확인 필요</a:t>
            </a:r>
            <a:endParaRPr sz="1200" b="0" i="0" u="none" strike="noStrike" cap="none">
              <a:solidFill>
                <a:schemeClr val="dk1"/>
              </a:solidFill>
              <a:latin typeface="IBM Plex Sans KR"/>
              <a:ea typeface="IBM Plex Sans KR"/>
              <a:cs typeface="IBM Plex Sans KR"/>
            </a:endParaRPr>
          </a:p>
          <a:p xmlns:a="http://schemas.openxmlformats.org/drawingml/2006/main">
            <a:pPr marL="0" marR="0" lvl="0" indent="0" algn="l">
              <a:lnSpc>
                <a:spcPct val="150000"/>
              </a:lnSpc>
              <a:spcBef>
                <a:spcPts val="0"/>
              </a:spcBef>
              <a:spcAft>
                <a:spcPts val="0"/>
              </a:spcAft>
              <a:buClr>
                <a:srgbClr val="1D4ED8"/>
              </a:buClr>
              <a:buSzPts val="1200"/>
              <a:buFont typeface="IBM Plex Sans KR"/>
              <a:buNone/>
              <a:defRPr sz="1200">
                <a:solidFill>
                  <a:srgbClr val="1D4ED8"/>
                </a:solidFill>
                <a:latin typeface="IBM Plex Sans KR"/>
                <a:ea typeface="IBM Plex Sans KR"/>
                <a:cs typeface="IBM Plex Sans KR"/>
              </a:defRPr>
            </a:pPr>
            <a:r>
              <a:rPr sz="1200" b="0" i="0" u="none" strike="noStrike" cap="none">
                <a:solidFill>
                  <a:srgbClr val="1D4ED8"/>
                </a:solidFill>
                <a:latin typeface="IBM Plex Sans KR"/>
                <a:ea typeface="IBM Plex Sans KR"/>
                <a:cs typeface="IBM Plex Sans KR"/>
              </a:rPr>
              <a:t>실패한 부분은 따로 표시</a:t>
            </a:r>
            <a:endParaRPr sz="1200" b="0" i="0" u="none" strike="noStrike" cap="none">
              <a:solidFill>
                <a:schemeClr val="dk1"/>
              </a:solidFill>
              <a:latin typeface="IBM Plex Sans KR"/>
              <a:ea typeface="IBM Plex Sans KR"/>
              <a:cs typeface="IBM Plex Sans KR"/>
            </a:endParaRPr>
          </a:p>
        </p:txBody>
      </p:sp>
      <p:sp>
        <p:nvSpPr>
          <p:cNvPr id="191" name="Google Shape;191;p7">
            <a:extLst xmlns:a="http://schemas.openxmlformats.org/drawingml/2006/main">
              <a:ext uri="{FF2B5EF4-FFF2-40B4-BE49-F238E27FC236}">
                <a16:creationId xmlns:a16="http://schemas.microsoft.com/office/drawing/2014/main" id="{76F20A56-FFDD-47F4-8207-A3697F359A87}"/>
              </a:ext>
            </a:extLst>
          </p:cNvPr>
          <p:cNvSpPr>
            <a:spLocks xmlns:a="http://schemas.openxmlformats.org/drawingml/2006/main" noGrp="1"/>
          </p:cNvSpPr>
          <p:nvPr/>
        </p:nvSpPr>
        <p:spPr>
          <a:xfrm xmlns:a="http://schemas.openxmlformats.org/drawingml/2006/main">
            <a:off x="812752" y="6238332"/>
            <a:ext cx="2518641" cy="23869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marR="0" lvl="0" indent="0" algn="l">
              <a:lnSpc>
                <a:spcPct val="140000"/>
              </a:lnSpc>
              <a:spcBef>
                <a:spcPts val="0"/>
              </a:spcBef>
              <a:spcAft>
                <a:spcPts val="0"/>
              </a:spcAft>
              <a:buClr>
                <a:srgbClr val="1F2937"/>
              </a:buClr>
              <a:buSzPts val="1200"/>
              <a:buFont typeface="IBM Plex Sans KR"/>
              <a:buNone/>
            </a:pPr>
            <a:r>
              <a:rPr sz="1200" b="0" i="0" u="none" strike="noStrike" cap="none">
                <a:solidFill>
                  <a:srgbClr val="1F2937"/>
                </a:solidFill>
                <a:latin typeface="IBM Plex Sans KR"/>
                <a:ea typeface="IBM Plex Sans KR"/>
                <a:cs typeface="IBM Plex Sans KR"/>
              </a:rPr>
              <a:t>AI Agent 미니 프로젝트 결과 발표</a:t>
            </a:r>
            <a:endParaRPr sz="1200" b="0" i="0" u="none" strike="noStrike" cap="none">
              <a:solidFill>
                <a:schemeClr val="dk1"/>
              </a:solidFill>
              <a:latin typeface="IBM Plex Sans KR"/>
              <a:ea typeface="IBM Plex Sans KR"/>
              <a:cs typeface="IBM Plex Sans KR"/>
            </a:endParaRPr>
          </a:p>
        </p:txBody>
      </p:sp>
      <p:sp>
        <p:nvSpPr>
          <p:cNvPr id="192" name="Google Shape;192;p7">
            <a:extLst xmlns:a="http://schemas.openxmlformats.org/drawingml/2006/main">
              <a:ext uri="{FF2B5EF4-FFF2-40B4-BE49-F238E27FC236}">
                <a16:creationId xmlns:a16="http://schemas.microsoft.com/office/drawing/2014/main" id="{5272F009-F4ED-4BF4-ACAF-6631B53AFB83}"/>
              </a:ext>
            </a:extLst>
          </p:cNvPr>
          <p:cNvSpPr>
            <a:spLocks xmlns:a="http://schemas.openxmlformats.org/drawingml/2006/main" noGrp="1"/>
          </p:cNvSpPr>
          <p:nvPr/>
        </p:nvSpPr>
        <p:spPr>
          <a:xfrm xmlns:a="http://schemas.openxmlformats.org/drawingml/2006/main">
            <a:off x="10974615" y="6238332"/>
            <a:ext cx="485559" cy="23869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marR="0" lvl="0" indent="0" algn="l">
              <a:lnSpc>
                <a:spcPct val="140000"/>
              </a:lnSpc>
              <a:spcBef>
                <a:spcPts val="0"/>
              </a:spcBef>
              <a:spcAft>
                <a:spcPts val="0"/>
              </a:spcAft>
              <a:buClr>
                <a:srgbClr val="1F2937"/>
              </a:buClr>
              <a:buSzPts val="1200"/>
              <a:buFont typeface="IBM Plex Sans KR"/>
              <a:buNone/>
            </a:pPr>
            <a:r>
              <a:rPr sz="1200" b="0" i="0" u="none" strike="noStrike" cap="none">
                <a:solidFill>
                  <a:srgbClr val="1F2937"/>
                </a:solidFill>
                <a:latin typeface="IBM Plex Sans KR"/>
                <a:ea typeface="IBM Plex Sans KR"/>
                <a:cs typeface="IBM Plex Sans KR"/>
              </a:rPr>
              <a:t>7 / 14</a:t>
            </a:r>
            <a:endParaRPr sz="1200" b="0" i="0" u="none" strike="noStrike" cap="none">
              <a:solidFill>
                <a:schemeClr val="dk1"/>
              </a:solidFill>
              <a:latin typeface="IBM Plex Sans KR"/>
              <a:ea typeface="IBM Plex Sans KR"/>
              <a:cs typeface="IBM Plex Sans KR"/>
            </a:endParaRPr>
          </a:p>
        </p:txBody>
      </p:sp>
      <p:sp>
        <p:nvSpPr>
          <p:cNvPr id="193" name="flow-caveat">
            <a:extLst xmlns:a="http://schemas.openxmlformats.org/drawingml/2006/main">
              <a:ext uri="{FF2B5EF4-FFF2-40B4-BE49-F238E27FC236}">
                <a16:creationId xmlns:a16="http://schemas.microsoft.com/office/drawing/2014/main" id="{70DD1C75-A93A-4B75-A61B-39EF755C7D9F}"/>
              </a:ext>
            </a:extLst>
          </p:cNvPr>
          <p:cNvSpPr>
            <a:spLocks xmlns:a="http://schemas.openxmlformats.org/drawingml/2006/main" noGrp="1"/>
          </p:cNvSpPr>
          <p:nvPr/>
        </p:nvSpPr>
        <p:spPr>
          <a:xfrm xmlns:a="http://schemas.openxmlformats.org/drawingml/2006/main">
            <a:off x="1019175" y="4524375"/>
            <a:ext cx="1038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a:solidFill>
                  <a:srgbClr val="303A4C"/>
                </a:solidFill>
                <a:latin typeface="IBM Plex Sans KR"/>
                <a:ea typeface="IBM Plex Sans KR"/>
                <a:cs typeface="IBM Plex Sans KR"/>
              </a:defRPr>
            </a:defPPr>
            <a:lvl1pPr>
              <a:defRPr sz="1200">
                <a:solidFill>
                  <a:srgbClr val="303A4C"/>
                </a:solidFill>
                <a:latin typeface="IBM Plex Sans KR"/>
                <a:ea typeface="IBM Plex Sans KR"/>
                <a:cs typeface="IBM Plex Sans KR"/>
              </a:defRPr>
            </a:lvl1pPr>
            <a:lvl2pPr>
              <a:defRPr sz="1200">
                <a:solidFill>
                  <a:srgbClr val="303A4C"/>
                </a:solidFill>
                <a:latin typeface="IBM Plex Sans KR"/>
                <a:ea typeface="IBM Plex Sans KR"/>
                <a:cs typeface="IBM Plex Sans KR"/>
              </a:defRPr>
            </a:lvl2pPr>
            <a:lvl3pPr>
              <a:defRPr sz="1200">
                <a:solidFill>
                  <a:srgbClr val="303A4C"/>
                </a:solidFill>
                <a:latin typeface="IBM Plex Sans KR"/>
                <a:ea typeface="IBM Plex Sans KR"/>
                <a:cs typeface="IBM Plex Sans KR"/>
              </a:defRPr>
            </a:lvl3pPr>
            <a:lvl4pPr>
              <a:defRPr sz="1200">
                <a:solidFill>
                  <a:srgbClr val="303A4C"/>
                </a:solidFill>
                <a:latin typeface="IBM Plex Sans KR"/>
                <a:ea typeface="IBM Plex Sans KR"/>
                <a:cs typeface="IBM Plex Sans KR"/>
              </a:defRPr>
            </a:lvl4pPr>
            <a:lvl5pPr>
              <a:defRPr sz="1200">
                <a:solidFill>
                  <a:srgbClr val="303A4C"/>
                </a:solidFill>
                <a:latin typeface="IBM Plex Sans KR"/>
                <a:ea typeface="IBM Plex Sans KR"/>
                <a:cs typeface="IBM Plex Sans KR"/>
              </a:defRPr>
            </a:lvl5pPr>
            <a:lvl6pPr>
              <a:defRPr sz="1200">
                <a:solidFill>
                  <a:srgbClr val="303A4C"/>
                </a:solidFill>
                <a:latin typeface="IBM Plex Sans KR"/>
                <a:ea typeface="IBM Plex Sans KR"/>
                <a:cs typeface="IBM Plex Sans KR"/>
              </a:defRPr>
            </a:lvl6pPr>
            <a:lvl7pPr>
              <a:defRPr sz="1200">
                <a:solidFill>
                  <a:srgbClr val="303A4C"/>
                </a:solidFill>
                <a:latin typeface="IBM Plex Sans KR"/>
                <a:ea typeface="IBM Plex Sans KR"/>
                <a:cs typeface="IBM Plex Sans KR"/>
              </a:defRPr>
            </a:lvl7pPr>
            <a:lvl8pPr>
              <a:defRPr sz="1200">
                <a:solidFill>
                  <a:srgbClr val="303A4C"/>
                </a:solidFill>
                <a:latin typeface="IBM Plex Sans KR"/>
                <a:ea typeface="IBM Plex Sans KR"/>
                <a:cs typeface="IBM Plex Sans KR"/>
              </a:defRPr>
            </a:lvl8pPr>
            <a:lvl9pPr>
              <a:defRPr sz="1200">
                <a:solidFill>
                  <a:srgbClr val="303A4C"/>
                </a:solidFill>
                <a:latin typeface="IBM Plex Sans KR"/>
                <a:ea typeface="IBM Plex Sans KR"/>
                <a:cs typeface="IBM Plex Sans KR"/>
              </a:defRPr>
            </a:lvl9pPr>
          </a:lstStyle>
          <a:p xmlns:a="http://schemas.openxmlformats.org/drawingml/2006/main">
            <a:pPr>
              <a:lnSpc>
                <a:spcPct val="115000"/>
              </a:lnSpc>
              <a:buNone/>
              <a:defRPr sz="1200">
                <a:solidFill>
                  <a:srgbClr val="303A4C"/>
                </a:solidFill>
                <a:latin typeface="IBM Plex Sans KR"/>
                <a:ea typeface="IBM Plex Sans KR"/>
                <a:cs typeface="IBM Plex Sans KR"/>
              </a:defRPr>
            </a:pPr>
            <a:r>
              <a:rPr sz="1200">
                <a:solidFill>
                  <a:srgbClr val="303A4C"/>
                </a:solidFill>
                <a:latin typeface="IBM Plex Sans KR"/>
                <a:ea typeface="IBM Plex Sans KR"/>
                <a:cs typeface="IBM Plex Sans KR"/>
              </a:rPr>
              <a:t>LangGraph로 상태·분기를 명시했다. 수업의 자율 ReAct 반복과 구분하며, 졸업 판정은 검토한 계산 코드가 결정한다.</a:t>
            </a:r>
          </a:p>
          <a:p xmlns:a="http://schemas.openxmlformats.org/drawingml/2006/main">
            <a:pPr>
              <a:lnSpc>
                <a:spcPct val="115000"/>
              </a:lnSpc>
              <a:buNone/>
              <a:defRPr sz="1200">
                <a:solidFill>
                  <a:srgbClr val="303A4C"/>
                </a:solidFill>
                <a:latin typeface="IBM Plex Sans KR"/>
                <a:ea typeface="IBM Plex Sans KR"/>
                <a:cs typeface="IBM Plex Sans KR"/>
              </a:defRPr>
            </a:pPr>
            <a:r>
              <a:rPr sz="1200">
                <a:solidFill>
                  <a:srgbClr val="303A4C"/>
                </a:solidFill>
                <a:latin typeface="IBM Plex Sans KR"/>
                <a:ea typeface="IBM Plex Sans KR"/>
                <a:cs typeface="IBM Plex Sans KR"/>
              </a:rPr>
              <a:t>학생 조건·성적표·학교 자료가 바뀌면 저장 결과를 폐기한다. 범위 밖 요청은 안내 후 종료한다.</a:t>
            </a:r>
          </a:p>
        </p:txBody>
      </p:sp>
    </p:spTree>
    <p:extLst>
      <p:ext uri="{BB962C8B-B14F-4D97-AF65-F5344CB8AC3E}">
        <p14:creationId xmlns:p14="http://schemas.microsoft.com/office/powerpoint/2010/main" val="1434299239"/>
      </p:ext>
    </p:extLst>
  </p:cSld>
</p:sld>
</file>

<file path=ppt/slides/slide8.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198" name="Google Shape;198;p8">
            <a:extLst xmlns:a="http://schemas.openxmlformats.org/drawingml/2006/main">
              <a:ext uri="{FF2B5EF4-FFF2-40B4-BE49-F238E27FC236}">
                <a16:creationId xmlns:a16="http://schemas.microsoft.com/office/drawing/2014/main" id="{C914CEF8-FB8A-45B5-8B58-99B88964149E}"/>
              </a:ext>
            </a:extLst>
          </p:cNvPr>
          <p:cNvSpPr>
            <a:spLocks xmlns:a="http://schemas.openxmlformats.org/drawingml/2006/main" noGrp="1"/>
          </p:cNvSpPr>
          <p:nvPr/>
        </p:nvSpPr>
        <p:spPr>
          <a:xfrm xmlns:a="http://schemas.openxmlformats.org/drawingml/2006/main">
            <a:off x="812752" y="660375"/>
            <a:ext cx="10883490" cy="20820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marR="0" lvl="0" indent="0" algn="l">
              <a:lnSpc>
                <a:spcPct val="120000"/>
              </a:lnSpc>
              <a:spcBef>
                <a:spcPts val="0"/>
              </a:spcBef>
              <a:spcAft>
                <a:spcPts val="0"/>
              </a:spcAft>
              <a:buClr>
                <a:srgbClr val="1D4ED8"/>
              </a:buClr>
              <a:buSzPts val="1200"/>
              <a:buFont typeface="IBM Plex Sans KR"/>
              <a:buNone/>
            </a:pPr>
            <a:r>
              <a:rPr sz="1200" b="1" i="0" u="none" strike="noStrike" cap="none">
                <a:solidFill>
                  <a:srgbClr val="1D4ED8"/>
                </a:solidFill>
                <a:latin typeface="IBM Plex Sans KR"/>
                <a:ea typeface="IBM Plex Sans KR"/>
                <a:cs typeface="IBM Plex Sans KR"/>
              </a:rPr>
              <a:t>06 · 구성요소</a:t>
            </a:r>
            <a:endParaRPr sz="1200" b="0" i="0" u="none" strike="noStrike" cap="none">
              <a:solidFill>
                <a:schemeClr val="dk1"/>
              </a:solidFill>
              <a:latin typeface="IBM Plex Sans KR"/>
              <a:ea typeface="IBM Plex Sans KR"/>
              <a:cs typeface="IBM Plex Sans KR"/>
            </a:endParaRPr>
          </a:p>
        </p:txBody>
      </p:sp>
      <p:sp>
        <p:nvSpPr>
          <p:cNvPr id="199" name="Google Shape;199;p8">
            <a:extLst xmlns:a="http://schemas.openxmlformats.org/drawingml/2006/main">
              <a:ext uri="{FF2B5EF4-FFF2-40B4-BE49-F238E27FC236}">
                <a16:creationId xmlns:a16="http://schemas.microsoft.com/office/drawing/2014/main" id="{FC6A8BDC-A7F1-4EAA-81B5-D8F786167631}"/>
              </a:ext>
            </a:extLst>
          </p:cNvPr>
          <p:cNvSpPr>
            <a:spLocks xmlns:a="http://schemas.openxmlformats.org/drawingml/2006/main" noGrp="1"/>
          </p:cNvSpPr>
          <p:nvPr>
            <p:ph type="title" idx="0"/>
          </p:nvPr>
        </p:nvSpPr>
        <p:spPr>
          <a:xfrm xmlns:a="http://schemas.openxmlformats.org/drawingml/2006/main">
            <a:off x="812752" y="906680"/>
            <a:ext cx="10883490" cy="42161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lvl="0" indent="0" algn="l">
              <a:lnSpc>
                <a:spcPct val="120000"/>
              </a:lnSpc>
              <a:spcBef>
                <a:spcPts val="0"/>
              </a:spcBef>
              <a:spcAft>
                <a:spcPts val="0"/>
              </a:spcAft>
              <a:buClr>
                <a:srgbClr val="1F2937"/>
              </a:buClr>
              <a:buSzPts val="2600"/>
              <a:buFont typeface="IBM Plex Sans KR"/>
              <a:buNone/>
            </a:pPr>
            <a:r>
              <a:rPr sz="2600" b="1" i="0">
                <a:solidFill>
                  <a:srgbClr val="1F2937"/>
                </a:solidFill>
                <a:latin typeface="IBM Plex Sans KR"/>
                <a:ea typeface="IBM Plex Sans KR"/>
                <a:cs typeface="IBM Plex Sans KR"/>
              </a:rPr>
              <a:t>AI Agent 구성요소 상세 설명</a:t>
            </a:r>
            <a:endParaRPr sz="2600"/>
          </a:p>
        </p:txBody>
      </p:sp>
      <p:cxnSp>
        <p:nvCxnSpPr>
          <p:cNvPr id="200" name="Google Shape;200;p8">
            <a:extLst xmlns:a="http://schemas.openxmlformats.org/drawingml/2006/main">
              <a:ext uri="{FF2B5EF4-FFF2-40B4-BE49-F238E27FC236}">
                <a16:creationId xmlns:a16="http://schemas.microsoft.com/office/drawing/2014/main" id="{69EF20FC-0662-4FD6-8C40-B8D91CA30231}"/>
              </a:ext>
            </a:extLst>
          </p:cNvPr>
          <p:cNvCxnSpPr/>
          <p:nvPr/>
        </p:nvCxnSpPr>
        <p:spPr>
          <a:xfrm xmlns:a="http://schemas.openxmlformats.org/drawingml/2006/main">
            <a:off x="11376089" y="1506093"/>
            <a:ext cx="0" cy="3209925"/>
          </a:xfrm>
          <a:prstGeom xmlns:a="http://schemas.openxmlformats.org/drawingml/2006/main" prst="straightConnector1">
            <a:avLst/>
          </a:prstGeom>
          <a:ln xmlns:a="http://schemas.openxmlformats.org/drawingml/2006/main" w="9525" cap="flat">
            <a:solidFill>
              <a:srgbClr val="CBD5E1"/>
            </a:solidFill>
            <a:prstDash val="solid"/>
            <a:round/>
            <a:headEnd type="none" w="sm" len="sm"/>
            <a:tailEnd type="none" w="sm" len="sm"/>
          </a:ln>
        </p:spPr>
      </p:cxnSp>
      <p:cxnSp>
        <p:nvCxnSpPr>
          <p:cNvPr id="201" name="Google Shape;201;p8">
            <a:extLst xmlns:a="http://schemas.openxmlformats.org/drawingml/2006/main">
              <a:ext uri="{FF2B5EF4-FFF2-40B4-BE49-F238E27FC236}">
                <a16:creationId xmlns:a16="http://schemas.microsoft.com/office/drawing/2014/main" id="{0FA7620D-3AC0-4A0B-AD69-C1E811F399A0}"/>
              </a:ext>
            </a:extLst>
          </p:cNvPr>
          <p:cNvCxnSpPr/>
          <p:nvPr/>
        </p:nvCxnSpPr>
        <p:spPr>
          <a:xfrm xmlns:a="http://schemas.openxmlformats.org/drawingml/2006/main">
            <a:off x="812768" y="4718018"/>
            <a:ext cx="10566464" cy="0"/>
          </a:xfrm>
          <a:prstGeom xmlns:a="http://schemas.openxmlformats.org/drawingml/2006/main" prst="straightConnector1">
            <a:avLst/>
          </a:prstGeom>
          <a:ln xmlns:a="http://schemas.openxmlformats.org/drawingml/2006/main" w="9525" cap="flat">
            <a:solidFill>
              <a:srgbClr val="CBD5E1"/>
            </a:solidFill>
            <a:prstDash val="solid"/>
            <a:round/>
            <a:headEnd type="none" w="sm" len="sm"/>
            <a:tailEnd type="none" w="sm" len="sm"/>
          </a:ln>
        </p:spPr>
      </p:cxnSp>
      <p:graphicFrame>
        <p:nvGraphicFramePr>
          <p:cNvPr id="202" name="Google Shape;202;p8">
            <a:extLst xmlns:a="http://schemas.openxmlformats.org/drawingml/2006/main">
              <a:ext uri="{FF2B5EF4-FFF2-40B4-BE49-F238E27FC236}">
                <a16:creationId xmlns:a16="http://schemas.microsoft.com/office/drawing/2014/main" id="{E0574BDE-9A5C-4D96-BD64-148FEF08ACFE}"/>
              </a:ext>
            </a:extLst>
          </p:cNvPr>
          <p:cNvGraphicFramePr/>
          <p:nvPr/>
        </p:nvGraphicFramePr>
        <p:xfrm>
          <a:off xmlns:a="http://schemas.openxmlformats.org/drawingml/2006/main" x="824294" y="1517618"/>
          <a:ext xmlns:a="http://schemas.openxmlformats.org/drawingml/2006/main" cx="10551128" cy="3200400"/>
        </p:xfrm>
        <a:graphic xmlns:a="http://schemas.openxmlformats.org/drawingml/2006/main">
          <a:graphicData uri="http://schemas.openxmlformats.org/drawingml/2006/table">
            <a:tbl>
              <a:tblPr>
                <a:tableStyleId>{30BA6B5B-347C-4C68-B835-C5660AAF6F3E}</a:tableStyleId>
              </a:tblPr>
              <a:tblGrid>
                <a:gridCol w="2321250"/>
                <a:gridCol w="2110225"/>
                <a:gridCol w="2743275"/>
                <a:gridCol w="3376350"/>
              </a:tblGrid>
              <a:tr h="342900">
                <a:tc>
                  <a:txBody>
                    <a:bodyPr/>
                    <a:lstStyle/>
                    <a:p>
                      <a:pPr marL="0" marR="0" lvl="0" indent="0" algn="l">
                        <a:lnSpc>
                          <a:spcPct val="110000"/>
                        </a:lnSpc>
                        <a:spcBef>
                          <a:spcPts val="0"/>
                        </a:spcBef>
                        <a:spcAft>
                          <a:spcPts val="0"/>
                        </a:spcAft>
                        <a:buClr>
                          <a:srgbClr val="1F2937"/>
                        </a:buClr>
                        <a:buSzPts val="1200"/>
                        <a:buFont typeface="IBM Plex Sans KR"/>
                        <a:buNone/>
                      </a:pPr>
                      <a:r>
                        <a:rPr sz="1200" b="1" u="none" strike="noStrike" cap="none">
                          <a:solidFill>
                            <a:srgbClr val="222831"/>
                          </a:solidFill>
                          <a:latin typeface="IBM Plex Sans KR"/>
                          <a:ea typeface="IBM Plex Sans KR"/>
                          <a:cs typeface="IBM Plex Sans KR"/>
                        </a:rPr>
                        <a:t>구성요소</a:t>
                      </a:r>
                      <a:endParaRPr sz="1200" u="none" strike="noStrike" cap="none">
                        <a:latin typeface="IBM Plex Sans KR"/>
                        <a:ea typeface="IBM Plex Sans KR"/>
                        <a:cs typeface="IBM Plex Sans KR"/>
                      </a:endParaRPr>
                    </a:p>
                  </a:txBody>
                  <a:tcPr marL="53350" marR="53350" marT="53350" marB="53350">
                    <a:lnL w="12700" cmpd="sng">
                      <a:solidFill>
                        <a:srgbClr val="C8C9CA"/>
                      </a:solidFill>
                      <a:prstDash val="solid"/>
                    </a:lnL>
                    <a:lnR w="12700" cmpd="sng">
                      <a:solidFill>
                        <a:srgbClr val="BBC0CA"/>
                      </a:solidFill>
                      <a:prstDash val="solid"/>
                    </a:lnR>
                    <a:lnT w="12700" cmpd="sng">
                      <a:solidFill>
                        <a:srgbClr val="C8C9CA"/>
                      </a:solidFill>
                      <a:prstDash val="solid"/>
                    </a:lnT>
                    <a:lnB w="12700" cmpd="sng">
                      <a:solidFill>
                        <a:srgbClr val="BBC0CA"/>
                      </a:solidFill>
                      <a:prstDash val="solid"/>
                    </a:lnB>
                    <a:solidFill>
                      <a:srgbClr val="EAF0FD"/>
                    </a:solidFill>
                  </a:tcPr>
                </a:tc>
                <a:tc>
                  <a:txBody>
                    <a:bodyPr/>
                    <a:lstStyle/>
                    <a:p>
                      <a:pPr marL="0" marR="0" lvl="0" indent="0" algn="l">
                        <a:lnSpc>
                          <a:spcPct val="110000"/>
                        </a:lnSpc>
                        <a:spcBef>
                          <a:spcPts val="0"/>
                        </a:spcBef>
                        <a:spcAft>
                          <a:spcPts val="0"/>
                        </a:spcAft>
                        <a:buClr>
                          <a:srgbClr val="1F2937"/>
                        </a:buClr>
                        <a:buSzPts val="1200"/>
                        <a:buFont typeface="IBM Plex Sans KR"/>
                        <a:buNone/>
                      </a:pPr>
                      <a:r>
                        <a:rPr sz="1200" b="1" u="none" strike="noStrike" cap="none">
                          <a:solidFill>
                            <a:srgbClr val="222831"/>
                          </a:solidFill>
                          <a:latin typeface="IBM Plex Sans KR"/>
                          <a:ea typeface="IBM Plex Sans KR"/>
                          <a:cs typeface="IBM Plex Sans KR"/>
                        </a:rPr>
                        <a:t>역할</a:t>
                      </a:r>
                      <a:endParaRPr sz="1200" u="none" strike="noStrike" cap="none">
                        <a:latin typeface="IBM Plex Sans KR"/>
                        <a:ea typeface="IBM Plex Sans KR"/>
                        <a:cs typeface="IBM Plex Sans KR"/>
                      </a:endParaRPr>
                    </a:p>
                  </a:txBody>
                  <a:tcPr marL="53350" marR="53350" marT="53350" marB="53350">
                    <a:lnL w="12700" cmpd="sng">
                      <a:solidFill>
                        <a:srgbClr val="BBC0CA"/>
                      </a:solidFill>
                      <a:prstDash val="solid"/>
                    </a:lnL>
                    <a:lnR w="12700" cmpd="sng">
                      <a:solidFill>
                        <a:srgbClr val="BBC0CA"/>
                      </a:solidFill>
                      <a:prstDash val="solid"/>
                    </a:lnR>
                    <a:lnT w="12700" cmpd="sng">
                      <a:solidFill>
                        <a:srgbClr val="C8C9CA"/>
                      </a:solidFill>
                      <a:prstDash val="solid"/>
                    </a:lnT>
                    <a:lnB w="12700" cmpd="sng">
                      <a:solidFill>
                        <a:srgbClr val="BBC0CA"/>
                      </a:solidFill>
                      <a:prstDash val="solid"/>
                    </a:lnB>
                    <a:solidFill>
                      <a:srgbClr val="EAF0FD"/>
                    </a:solidFill>
                  </a:tcPr>
                </a:tc>
                <a:tc>
                  <a:txBody>
                    <a:bodyPr/>
                    <a:lstStyle/>
                    <a:p>
                      <a:pPr marL="0" marR="0" lvl="0" indent="0" algn="l">
                        <a:lnSpc>
                          <a:spcPct val="110000"/>
                        </a:lnSpc>
                        <a:spcBef>
                          <a:spcPts val="0"/>
                        </a:spcBef>
                        <a:spcAft>
                          <a:spcPts val="0"/>
                        </a:spcAft>
                        <a:buClr>
                          <a:srgbClr val="1F2937"/>
                        </a:buClr>
                        <a:buSzPts val="1200"/>
                        <a:buFont typeface="IBM Plex Sans KR"/>
                        <a:buNone/>
                      </a:pPr>
                      <a:r>
                        <a:rPr sz="1200" b="1" u="none" strike="noStrike" cap="none">
                          <a:solidFill>
                            <a:srgbClr val="222831"/>
                          </a:solidFill>
                          <a:latin typeface="IBM Plex Sans KR"/>
                          <a:ea typeface="IBM Plex Sans KR"/>
                          <a:cs typeface="IBM Plex Sans KR"/>
                        </a:rPr>
                        <a:t>구현 방식·기술</a:t>
                      </a:r>
                      <a:endParaRPr sz="1200" u="none" strike="noStrike" cap="none">
                        <a:latin typeface="IBM Plex Sans KR"/>
                        <a:ea typeface="IBM Plex Sans KR"/>
                        <a:cs typeface="IBM Plex Sans KR"/>
                      </a:endParaRPr>
                    </a:p>
                  </a:txBody>
                  <a:tcPr marL="53350" marR="53350" marT="53350" marB="53350">
                    <a:lnL w="12700" cmpd="sng">
                      <a:solidFill>
                        <a:srgbClr val="BBC0CA"/>
                      </a:solidFill>
                      <a:prstDash val="solid"/>
                    </a:lnL>
                    <a:lnR w="12700" cmpd="sng">
                      <a:solidFill>
                        <a:srgbClr val="BBC0CA"/>
                      </a:solidFill>
                      <a:prstDash val="solid"/>
                    </a:lnR>
                    <a:lnT w="12700" cmpd="sng">
                      <a:solidFill>
                        <a:srgbClr val="C8C9CA"/>
                      </a:solidFill>
                      <a:prstDash val="solid"/>
                    </a:lnT>
                    <a:lnB w="12700" cmpd="sng">
                      <a:solidFill>
                        <a:srgbClr val="BBC0CA"/>
                      </a:solidFill>
                      <a:prstDash val="solid"/>
                    </a:lnB>
                    <a:solidFill>
                      <a:srgbClr val="EAF0FD"/>
                    </a:solidFill>
                  </a:tcPr>
                </a:tc>
                <a:tc>
                  <a:txBody>
                    <a:bodyPr/>
                    <a:lstStyle/>
                    <a:p>
                      <a:pPr marL="0" marR="0" lvl="0" indent="0" algn="l">
                        <a:lnSpc>
                          <a:spcPct val="110000"/>
                        </a:lnSpc>
                        <a:spcBef>
                          <a:spcPts val="0"/>
                        </a:spcBef>
                        <a:spcAft>
                          <a:spcPts val="0"/>
                        </a:spcAft>
                        <a:buClr>
                          <a:srgbClr val="1F2937"/>
                        </a:buClr>
                        <a:buSzPts val="1200"/>
                        <a:buFont typeface="IBM Plex Sans KR"/>
                        <a:buNone/>
                      </a:pPr>
                      <a:r>
                        <a:rPr sz="1200" b="1" u="none" strike="noStrike" cap="none">
                          <a:solidFill>
                            <a:srgbClr val="222831"/>
                          </a:solidFill>
                          <a:latin typeface="IBM Plex Sans KR"/>
                          <a:ea typeface="IBM Plex Sans KR"/>
                          <a:cs typeface="IBM Plex Sans KR"/>
                        </a:rPr>
                        <a:t>설계 결정과 이유</a:t>
                      </a:r>
                      <a:endParaRPr sz="1200" u="none" strike="noStrike" cap="none">
                        <a:latin typeface="IBM Plex Sans KR"/>
                        <a:ea typeface="IBM Plex Sans KR"/>
                        <a:cs typeface="IBM Plex Sans KR"/>
                      </a:endParaRPr>
                    </a:p>
                  </a:txBody>
                  <a:tcPr marL="53350" marR="53350" marT="53350" marB="53350">
                    <a:lnL w="12700" cmpd="sng">
                      <a:solidFill>
                        <a:srgbClr val="BBC0CA"/>
                      </a:solidFill>
                      <a:prstDash val="solid"/>
                    </a:lnL>
                    <a:lnR w="12700" cmpd="sng">
                      <a:solidFill>
                        <a:srgbClr val="BBC0CA"/>
                      </a:solidFill>
                      <a:prstDash val="solid"/>
                    </a:lnR>
                    <a:lnT w="12700" cmpd="sng">
                      <a:solidFill>
                        <a:srgbClr val="C8C9CA"/>
                      </a:solidFill>
                      <a:prstDash val="solid"/>
                    </a:lnT>
                    <a:lnB w="12700" cmpd="sng">
                      <a:solidFill>
                        <a:srgbClr val="BBC0CA"/>
                      </a:solidFill>
                      <a:prstDash val="solid"/>
                    </a:lnB>
                    <a:solidFill>
                      <a:srgbClr val="EAF0FD"/>
                    </a:solidFill>
                  </a:tcPr>
                </a:tc>
              </a:tr>
              <a:tr h="571500">
                <a:tc>
                  <a:txBody>
                    <a:bodyPr/>
                    <a:lstStyle/>
                    <a:p>
                      <a:pPr marL="0" marR="0" lvl="0" indent="0" algn="l">
                        <a:lnSpc>
                          <a:spcPct val="110000"/>
                        </a:lnSpc>
                        <a:spcBef>
                          <a:spcPts val="0"/>
                        </a:spcBef>
                        <a:spcAft>
                          <a:spcPts val="0"/>
                        </a:spcAft>
                        <a:buClr>
                          <a:srgbClr val="1F2937"/>
                        </a:buClr>
                        <a:buSzPts val="1200"/>
                        <a:buFont typeface="IBM Plex Sans KR"/>
                        <a:buNone/>
                      </a:pPr>
                      <a:r>
                        <a:rPr sz="1200" b="0" u="none" strike="noStrike" cap="none">
                          <a:solidFill>
                            <a:srgbClr val="222831"/>
                          </a:solidFill>
                          <a:latin typeface="IBM Plex Sans KR"/>
                          <a:ea typeface="IBM Plex Sans KR"/>
                          <a:cs typeface="IBM Plex Sans KR"/>
                        </a:rPr>
                        <a:t>오케스트레이터·LLM</a:t>
                      </a:r>
                      <a:endParaRPr sz="1200" u="none" strike="noStrike" cap="none">
                        <a:latin typeface="IBM Plex Sans KR"/>
                        <a:ea typeface="IBM Plex Sans KR"/>
                        <a:cs typeface="IBM Plex Sans KR"/>
                      </a:endParaRPr>
                    </a:p>
                  </a:txBody>
                  <a:tcPr marL="53350" marR="53350" marT="53350" marB="53350">
                    <a:lnL w="12700" cmpd="sng">
                      <a:solidFill>
                        <a:srgbClr val="C8C9CA"/>
                      </a:solidFill>
                      <a:prstDash val="solid"/>
                    </a:lnL>
                    <a:lnR w="12700" cmpd="sng">
                      <a:solidFill>
                        <a:srgbClr val="C8C9CA"/>
                      </a:solidFill>
                      <a:prstDash val="solid"/>
                    </a:lnR>
                    <a:lnT w="12700" cmpd="sng">
                      <a:solidFill>
                        <a:srgbClr val="BBC0CA"/>
                      </a:solidFill>
                      <a:prstDash val="solid"/>
                    </a:lnT>
                    <a:lnB w="12700" cmpd="sng">
                      <a:solidFill>
                        <a:srgbClr val="C8C9CA"/>
                      </a:solidFill>
                      <a:prstDash val="solid"/>
                    </a:lnB>
                  </a:tcPr>
                </a:tc>
                <a:tc>
                  <a:txBody>
                    <a:bodyPr/>
                    <a:lstStyle/>
                    <a:p>
                      <a:pPr marL="0" marR="0" lvl="0" indent="0" algn="l">
                        <a:lnSpc>
                          <a:spcPct val="110000"/>
                        </a:lnSpc>
                        <a:spcBef>
                          <a:spcPts val="0"/>
                        </a:spcBef>
                        <a:spcAft>
                          <a:spcPts val="0"/>
                        </a:spcAft>
                        <a:buClr>
                          <a:srgbClr val="1F2937"/>
                        </a:buClr>
                        <a:buSzPts val="1200"/>
                        <a:buFont typeface="IBM Plex Sans KR"/>
                        <a:buNone/>
                      </a:pPr>
                      <a:r>
                        <a:rPr sz="1200" b="0" u="none" strike="noStrike" cap="none">
                          <a:solidFill>
                            <a:srgbClr val="222831"/>
                          </a:solidFill>
                          <a:latin typeface="IBM Plex Sans KR"/>
                          <a:ea typeface="IBM Plex Sans KR"/>
                          <a:cs typeface="IBM Plex Sans KR"/>
                        </a:rPr>
                        <a:t>의도 연결·설명 선택</a:t>
                      </a:r>
                      <a:endParaRPr sz="1200" u="none" strike="noStrike" cap="none">
                        <a:latin typeface="IBM Plex Sans KR"/>
                        <a:ea typeface="IBM Plex Sans KR"/>
                        <a:cs typeface="IBM Plex Sans KR"/>
                      </a:endParaRPr>
                    </a:p>
                  </a:txBody>
                  <a:tcPr marL="53350" marR="53350" marT="53350" marB="53350">
                    <a:lnL w="12700" cmpd="sng">
                      <a:solidFill>
                        <a:srgbClr val="C8C9CA"/>
                      </a:solidFill>
                      <a:prstDash val="solid"/>
                    </a:lnL>
                    <a:lnR w="12700" cmpd="sng">
                      <a:solidFill>
                        <a:srgbClr val="C8C9CA"/>
                      </a:solidFill>
                      <a:prstDash val="solid"/>
                    </a:lnR>
                    <a:lnT w="12700" cmpd="sng">
                      <a:solidFill>
                        <a:srgbClr val="BBC0CA"/>
                      </a:solidFill>
                      <a:prstDash val="solid"/>
                    </a:lnT>
                    <a:lnB w="12700" cmpd="sng">
                      <a:solidFill>
                        <a:srgbClr val="C8C9CA"/>
                      </a:solidFill>
                      <a:prstDash val="solid"/>
                    </a:lnB>
                  </a:tcPr>
                </a:tc>
                <a:tc>
                  <a:txBody>
                    <a:bodyPr/>
                    <a:lstStyle/>
                    <a:p>
                      <a:pPr marL="0" marR="0" lvl="0" indent="0" algn="l">
                        <a:lnSpc>
                          <a:spcPct val="110000"/>
                        </a:lnSpc>
                        <a:spcBef>
                          <a:spcPts val="0"/>
                        </a:spcBef>
                        <a:spcAft>
                          <a:spcPts val="0"/>
                        </a:spcAft>
                        <a:buClr>
                          <a:srgbClr val="1F2937"/>
                        </a:buClr>
                        <a:buSzPts val="1200"/>
                        <a:buFont typeface="IBM Plex Sans KR"/>
                        <a:buNone/>
                      </a:pPr>
                      <a:r>
                        <a:rPr sz="1200" b="0" u="none" strike="noStrike" cap="none">
                          <a:solidFill>
                            <a:srgbClr val="222831"/>
                          </a:solidFill>
                          <a:latin typeface="IBM Plex Sans KR"/>
                          <a:ea typeface="IBM Plex Sans KR"/>
                          <a:cs typeface="IBM Plex Sans KR"/>
                        </a:rPr>
                        <a:t>LangGraph / LangChain</a:t>
                      </a:r>
                      <a:endParaRPr sz="1200" u="none" strike="noStrike" cap="none">
                        <a:latin typeface="IBM Plex Sans KR"/>
                        <a:ea typeface="IBM Plex Sans KR"/>
                        <a:cs typeface="IBM Plex Sans KR"/>
                      </a:endParaRPr>
                    </a:p>
                    <a:p>
                      <a:pPr marL="0" marR="0" lvl="0" indent="0" algn="l">
                        <a:lnSpc>
                          <a:spcPct val="110000"/>
                        </a:lnSpc>
                        <a:spcBef>
                          <a:spcPts val="0"/>
                        </a:spcBef>
                        <a:spcAft>
                          <a:spcPts val="0"/>
                        </a:spcAft>
                        <a:buClr>
                          <a:srgbClr val="1F2937"/>
                        </a:buClr>
                        <a:buSzPts val="1200"/>
                        <a:buFont typeface="IBM Plex Sans KR"/>
                        <a:buNone/>
                      </a:pPr>
                      <a:r>
                        <a:rPr sz="1200" b="0" u="none" strike="noStrike" cap="none">
                          <a:solidFill>
                            <a:srgbClr val="222831"/>
                          </a:solidFill>
                          <a:latin typeface="IBM Plex Sans KR"/>
                          <a:ea typeface="IBM Plex Sans KR"/>
                          <a:cs typeface="IBM Plex Sans KR"/>
                        </a:rPr>
                        <a:t>OpenAI API · Claude 선택</a:t>
                      </a:r>
                      <a:endParaRPr sz="1200" u="none" strike="noStrike" cap="none">
                        <a:latin typeface="IBM Plex Sans KR"/>
                        <a:ea typeface="IBM Plex Sans KR"/>
                        <a:cs typeface="IBM Plex Sans KR"/>
                      </a:endParaRPr>
                    </a:p>
                  </a:txBody>
                  <a:tcPr marL="53350" marR="53350" marT="53350" marB="53350">
                    <a:lnL w="12700" cmpd="sng">
                      <a:solidFill>
                        <a:srgbClr val="C8C9CA"/>
                      </a:solidFill>
                      <a:prstDash val="solid"/>
                    </a:lnL>
                    <a:lnR w="12700" cmpd="sng">
                      <a:solidFill>
                        <a:srgbClr val="C8C9CA"/>
                      </a:solidFill>
                      <a:prstDash val="solid"/>
                    </a:lnR>
                    <a:lnT w="12700" cmpd="sng">
                      <a:solidFill>
                        <a:srgbClr val="BBC0CA"/>
                      </a:solidFill>
                      <a:prstDash val="solid"/>
                    </a:lnT>
                    <a:lnB w="12700" cmpd="sng">
                      <a:solidFill>
                        <a:srgbClr val="C8C9CA"/>
                      </a:solidFill>
                      <a:prstDash val="solid"/>
                    </a:lnB>
                  </a:tcPr>
                </a:tc>
                <a:tc>
                  <a:txBody>
                    <a:bodyPr/>
                    <a:lstStyle/>
                    <a:p>
                      <a:pPr marL="0" marR="0" lvl="0" indent="0" algn="l">
                        <a:lnSpc>
                          <a:spcPct val="110000"/>
                        </a:lnSpc>
                        <a:spcBef>
                          <a:spcPts val="0"/>
                        </a:spcBef>
                        <a:spcAft>
                          <a:spcPts val="0"/>
                        </a:spcAft>
                        <a:buClr>
                          <a:srgbClr val="1F2937"/>
                        </a:buClr>
                        <a:buSzPts val="1200"/>
                        <a:buFont typeface="IBM Plex Sans KR"/>
                        <a:buNone/>
                      </a:pPr>
                      <a:r>
                        <a:rPr sz="1200" b="0" u="none" strike="noStrike" cap="none">
                          <a:solidFill>
                            <a:srgbClr val="222831"/>
                          </a:solidFill>
                          <a:latin typeface="IBM Plex Sans KR"/>
                          <a:ea typeface="IBM Plex Sans KR"/>
                          <a:cs typeface="IBM Plex Sans KR"/>
                        </a:rPr>
                        <a:t>학사 판정은 코드로 고정</a:t>
                      </a:r>
                      <a:endParaRPr sz="1200" u="none" strike="noStrike" cap="none">
                        <a:latin typeface="IBM Plex Sans KR"/>
                        <a:ea typeface="IBM Plex Sans KR"/>
                        <a:cs typeface="IBM Plex Sans KR"/>
                      </a:endParaRPr>
                    </a:p>
                    <a:p>
                      <a:pPr marL="0" marR="0" lvl="0" indent="0" algn="l">
                        <a:lnSpc>
                          <a:spcPct val="110000"/>
                        </a:lnSpc>
                        <a:spcBef>
                          <a:spcPts val="0"/>
                        </a:spcBef>
                        <a:spcAft>
                          <a:spcPts val="0"/>
                        </a:spcAft>
                        <a:buClr>
                          <a:srgbClr val="1F2937"/>
                        </a:buClr>
                        <a:buSzPts val="1200"/>
                        <a:buFont typeface="IBM Plex Sans KR"/>
                        <a:buNone/>
                      </a:pPr>
                      <a:r>
                        <a:rPr sz="1200" b="0" u="none" strike="noStrike" cap="none">
                          <a:solidFill>
                            <a:srgbClr val="222831"/>
                          </a:solidFill>
                          <a:latin typeface="IBM Plex Sans KR"/>
                          <a:ea typeface="IBM Plex Sans KR"/>
                          <a:cs typeface="IBM Plex Sans KR"/>
                        </a:rPr>
                        <a:t>외부 모델 운영 부담 절감</a:t>
                      </a:r>
                      <a:endParaRPr sz="1200" u="none" strike="noStrike" cap="none">
                        <a:latin typeface="IBM Plex Sans KR"/>
                        <a:ea typeface="IBM Plex Sans KR"/>
                        <a:cs typeface="IBM Plex Sans KR"/>
                      </a:endParaRPr>
                    </a:p>
                  </a:txBody>
                  <a:tcPr marL="53350" marR="53350" marT="53350" marB="53350">
                    <a:lnL w="12700" cmpd="sng">
                      <a:solidFill>
                        <a:srgbClr val="C8C9CA"/>
                      </a:solidFill>
                      <a:prstDash val="solid"/>
                    </a:lnL>
                    <a:lnR w="12700" cmpd="sng">
                      <a:solidFill>
                        <a:srgbClr val="C8C9CA"/>
                      </a:solidFill>
                      <a:prstDash val="solid"/>
                    </a:lnR>
                    <a:lnT w="12700" cmpd="sng">
                      <a:solidFill>
                        <a:srgbClr val="BBC0CA"/>
                      </a:solidFill>
                      <a:prstDash val="solid"/>
                    </a:lnT>
                    <a:lnB w="12700" cmpd="sng">
                      <a:solidFill>
                        <a:srgbClr val="C8C9CA"/>
                      </a:solidFill>
                      <a:prstDash val="solid"/>
                    </a:lnB>
                  </a:tcPr>
                </a:tc>
              </a:tr>
              <a:tr h="571500">
                <a:tc>
                  <a:txBody>
                    <a:bodyPr/>
                    <a:lstStyle/>
                    <a:p>
                      <a:pPr marL="0" marR="0" lvl="0" indent="0" algn="l">
                        <a:lnSpc>
                          <a:spcPct val="110000"/>
                        </a:lnSpc>
                        <a:spcBef>
                          <a:spcPts val="0"/>
                        </a:spcBef>
                        <a:spcAft>
                          <a:spcPts val="0"/>
                        </a:spcAft>
                        <a:buClr>
                          <a:srgbClr val="1F2937"/>
                        </a:buClr>
                        <a:buSzPts val="1200"/>
                        <a:buFont typeface="IBM Plex Sans KR"/>
                        <a:buNone/>
                      </a:pPr>
                      <a:r>
                        <a:rPr sz="1200" b="0" u="none" strike="noStrike" cap="none">
                          <a:solidFill>
                            <a:srgbClr val="222831"/>
                          </a:solidFill>
                          <a:latin typeface="IBM Plex Sans KR"/>
                          <a:ea typeface="IBM Plex Sans KR"/>
                          <a:cs typeface="IBM Plex Sans KR"/>
                        </a:rPr>
                        <a:t>지식 (RAG)</a:t>
                      </a:r>
                      <a:endParaRPr sz="1200" u="none" strike="noStrike" cap="none">
                        <a:latin typeface="IBM Plex Sans KR"/>
                        <a:ea typeface="IBM Plex Sans KR"/>
                        <a:cs typeface="IBM Plex Sans KR"/>
                      </a:endParaRPr>
                    </a:p>
                  </a:txBody>
                  <a:tcPr marL="53350" marR="53350" marT="53350" marB="53350">
                    <a:lnL w="12700" cmpd="sng">
                      <a:solidFill>
                        <a:srgbClr val="C8C9CA"/>
                      </a:solidFill>
                      <a:prstDash val="solid"/>
                    </a:lnL>
                    <a:lnR w="12700" cmpd="sng">
                      <a:solidFill>
                        <a:srgbClr val="C8C9CA"/>
                      </a:solidFill>
                      <a:prstDash val="solid"/>
                    </a:lnR>
                    <a:lnT w="12700" cmpd="sng">
                      <a:solidFill>
                        <a:srgbClr val="C8C9CA"/>
                      </a:solidFill>
                      <a:prstDash val="solid"/>
                    </a:lnT>
                    <a:lnB w="12700" cmpd="sng">
                      <a:solidFill>
                        <a:srgbClr val="C8C9CA"/>
                      </a:solidFill>
                      <a:prstDash val="solid"/>
                    </a:lnB>
                  </a:tcPr>
                </a:tc>
                <a:tc>
                  <a:txBody>
                    <a:bodyPr/>
                    <a:lstStyle/>
                    <a:p>
                      <a:pPr marL="0" marR="0" lvl="0" indent="0" algn="l">
                        <a:lnSpc>
                          <a:spcPct val="110000"/>
                        </a:lnSpc>
                        <a:spcBef>
                          <a:spcPts val="0"/>
                        </a:spcBef>
                        <a:spcAft>
                          <a:spcPts val="0"/>
                        </a:spcAft>
                        <a:buClr>
                          <a:srgbClr val="1F2937"/>
                        </a:buClr>
                        <a:buSzPts val="1200"/>
                        <a:buFont typeface="IBM Plex Sans KR"/>
                        <a:buNone/>
                      </a:pPr>
                      <a:r>
                        <a:rPr sz="1200" b="0" u="none" strike="noStrike" cap="none">
                          <a:solidFill>
                            <a:srgbClr val="222831"/>
                          </a:solidFill>
                          <a:latin typeface="IBM Plex Sans KR"/>
                          <a:ea typeface="IBM Plex Sans KR"/>
                          <a:cs typeface="IBM Plex Sans KR"/>
                        </a:rPr>
                        <a:t>규정·출처 검색</a:t>
                      </a:r>
                      <a:endParaRPr sz="1200" u="none" strike="noStrike" cap="none">
                        <a:latin typeface="IBM Plex Sans KR"/>
                        <a:ea typeface="IBM Plex Sans KR"/>
                        <a:cs typeface="IBM Plex Sans KR"/>
                      </a:endParaRPr>
                    </a:p>
                  </a:txBody>
                  <a:tcPr marL="53350" marR="53350" marT="53350" marB="53350">
                    <a:lnL w="12700" cmpd="sng">
                      <a:solidFill>
                        <a:srgbClr val="C8C9CA"/>
                      </a:solidFill>
                      <a:prstDash val="solid"/>
                    </a:lnL>
                    <a:lnR w="12700" cmpd="sng">
                      <a:solidFill>
                        <a:srgbClr val="C8C9CA"/>
                      </a:solidFill>
                      <a:prstDash val="solid"/>
                    </a:lnR>
                    <a:lnT w="12700" cmpd="sng">
                      <a:solidFill>
                        <a:srgbClr val="C8C9CA"/>
                      </a:solidFill>
                      <a:prstDash val="solid"/>
                    </a:lnT>
                    <a:lnB w="12700" cmpd="sng">
                      <a:solidFill>
                        <a:srgbClr val="C8C9CA"/>
                      </a:solidFill>
                      <a:prstDash val="solid"/>
                    </a:lnB>
                  </a:tcPr>
                </a:tc>
                <a:tc>
                  <a:txBody>
                    <a:bodyPr/>
                    <a:lstStyle/>
                    <a:p>
                      <a:pPr marL="0" marR="0" lvl="0" indent="0" algn="l">
                        <a:lnSpc>
                          <a:spcPct val="110000"/>
                        </a:lnSpc>
                        <a:spcBef>
                          <a:spcPts val="0"/>
                        </a:spcBef>
                        <a:spcAft>
                          <a:spcPts val="0"/>
                        </a:spcAft>
                        <a:buClr>
                          <a:srgbClr val="1F2937"/>
                        </a:buClr>
                        <a:buSzPts val="1200"/>
                        <a:buFont typeface="IBM Plex Sans KR"/>
                        <a:buNone/>
                      </a:pPr>
                      <a:r>
                        <a:rPr sz="1200" b="0" u="none" strike="noStrike" cap="none">
                          <a:solidFill>
                            <a:srgbClr val="222831"/>
                          </a:solidFill>
                          <a:latin typeface="IBM Plex Sans KR"/>
                          <a:ea typeface="IBM Plex Sans KR"/>
                          <a:cs typeface="IBM Plex Sans KR"/>
                        </a:rPr>
                        <a:t>448청크 / 로컬 MiniLM</a:t>
                      </a:r>
                      <a:endParaRPr sz="1200" u="none" strike="noStrike" cap="none">
                        <a:latin typeface="IBM Plex Sans KR"/>
                        <a:ea typeface="IBM Plex Sans KR"/>
                        <a:cs typeface="IBM Plex Sans KR"/>
                      </a:endParaRPr>
                    </a:p>
                    <a:p>
                      <a:pPr marL="0" marR="0" lvl="0" indent="0" algn="l">
                        <a:lnSpc>
                          <a:spcPct val="110000"/>
                        </a:lnSpc>
                        <a:spcBef>
                          <a:spcPts val="0"/>
                        </a:spcBef>
                        <a:spcAft>
                          <a:spcPts val="0"/>
                        </a:spcAft>
                        <a:buClr>
                          <a:srgbClr val="1F2937"/>
                        </a:buClr>
                        <a:buSzPts val="1200"/>
                        <a:buFont typeface="IBM Plex Sans KR"/>
                        <a:buNone/>
                      </a:pPr>
                      <a:r>
                        <a:rPr sz="1200" b="0" u="none" strike="noStrike" cap="none">
                          <a:solidFill>
                            <a:srgbClr val="222831"/>
                          </a:solidFill>
                          <a:latin typeface="IBM Plex Sans KR"/>
                          <a:ea typeface="IBM Plex Sans KR"/>
                          <a:cs typeface="IBM Plex Sans KR"/>
                        </a:rPr>
                        <a:t>Chroma / 가중 혼합 검색</a:t>
                      </a:r>
                      <a:endParaRPr sz="1200" u="none" strike="noStrike" cap="none">
                        <a:latin typeface="IBM Plex Sans KR"/>
                        <a:ea typeface="IBM Plex Sans KR"/>
                        <a:cs typeface="IBM Plex Sans KR"/>
                      </a:endParaRPr>
                    </a:p>
                  </a:txBody>
                  <a:tcPr marL="53350" marR="53350" marT="53350" marB="53350">
                    <a:lnL w="12700" cmpd="sng">
                      <a:solidFill>
                        <a:srgbClr val="C8C9CA"/>
                      </a:solidFill>
                      <a:prstDash val="solid"/>
                    </a:lnL>
                    <a:lnR w="12700" cmpd="sng">
                      <a:solidFill>
                        <a:srgbClr val="C8C9CA"/>
                      </a:solidFill>
                      <a:prstDash val="solid"/>
                    </a:lnR>
                    <a:lnT w="12700" cmpd="sng">
                      <a:solidFill>
                        <a:srgbClr val="C8C9CA"/>
                      </a:solidFill>
                      <a:prstDash val="solid"/>
                    </a:lnT>
                    <a:lnB w="12700" cmpd="sng">
                      <a:solidFill>
                        <a:srgbClr val="C8C9CA"/>
                      </a:solidFill>
                      <a:prstDash val="solid"/>
                    </a:lnB>
                  </a:tcPr>
                </a:tc>
                <a:tc>
                  <a:txBody>
                    <a:bodyPr/>
                    <a:lstStyle/>
                    <a:p>
                      <a:pPr marL="0" marR="0" lvl="0" indent="0" algn="l">
                        <a:lnSpc>
                          <a:spcPct val="110000"/>
                        </a:lnSpc>
                        <a:spcBef>
                          <a:spcPts val="0"/>
                        </a:spcBef>
                        <a:spcAft>
                          <a:spcPts val="0"/>
                        </a:spcAft>
                        <a:buClr>
                          <a:srgbClr val="1F2937"/>
                        </a:buClr>
                        <a:buSzPts val="1200"/>
                        <a:buFont typeface="IBM Plex Sans KR"/>
                        <a:buNone/>
                      </a:pPr>
                      <a:r>
                        <a:rPr sz="1200" b="0" u="none" strike="noStrike" cap="none">
                          <a:solidFill>
                            <a:srgbClr val="222831"/>
                          </a:solidFill>
                          <a:latin typeface="IBM Plex Sans KR"/>
                          <a:ea typeface="IBM Plex Sans KR"/>
                          <a:cs typeface="IBM Plex Sans KR"/>
                        </a:rPr>
                        <a:t>소규모 공개 문서의 로컬 색인</a:t>
                      </a:r>
                      <a:endParaRPr sz="1200" u="none" strike="noStrike" cap="none">
                        <a:latin typeface="IBM Plex Sans KR"/>
                        <a:ea typeface="IBM Plex Sans KR"/>
                        <a:cs typeface="IBM Plex Sans KR"/>
                      </a:endParaRPr>
                    </a:p>
                    <a:p>
                      <a:pPr marL="0" marR="0" lvl="0" indent="0" algn="l">
                        <a:lnSpc>
                          <a:spcPct val="110000"/>
                        </a:lnSpc>
                        <a:spcBef>
                          <a:spcPts val="0"/>
                        </a:spcBef>
                        <a:spcAft>
                          <a:spcPts val="0"/>
                        </a:spcAft>
                        <a:buClr>
                          <a:srgbClr val="1F2937"/>
                        </a:buClr>
                        <a:buSzPts val="1200"/>
                        <a:buFont typeface="IBM Plex Sans KR"/>
                        <a:buNone/>
                      </a:pPr>
                      <a:r>
                        <a:rPr sz="1200" b="0" u="none" strike="noStrike" cap="none">
                          <a:solidFill>
                            <a:srgbClr val="222831"/>
                          </a:solidFill>
                          <a:latin typeface="IBM Plex Sans KR"/>
                          <a:ea typeface="IBM Plex Sans KR"/>
                          <a:cs typeface="IBM Plex Sans KR"/>
                        </a:rPr>
                        <a:t>생성 API와 임베딩 분리</a:t>
                      </a:r>
                      <a:endParaRPr sz="1200" u="none" strike="noStrike" cap="none">
                        <a:latin typeface="IBM Plex Sans KR"/>
                        <a:ea typeface="IBM Plex Sans KR"/>
                        <a:cs typeface="IBM Plex Sans KR"/>
                      </a:endParaRPr>
                    </a:p>
                  </a:txBody>
                  <a:tcPr marL="53350" marR="53350" marT="53350" marB="53350">
                    <a:lnL w="12700" cmpd="sng">
                      <a:solidFill>
                        <a:srgbClr val="C8C9CA"/>
                      </a:solidFill>
                      <a:prstDash val="solid"/>
                    </a:lnL>
                    <a:lnR w="12700" cmpd="sng">
                      <a:solidFill>
                        <a:srgbClr val="C8C9CA"/>
                      </a:solidFill>
                      <a:prstDash val="solid"/>
                    </a:lnR>
                    <a:lnT w="12700" cmpd="sng">
                      <a:solidFill>
                        <a:srgbClr val="C8C9CA"/>
                      </a:solidFill>
                      <a:prstDash val="solid"/>
                    </a:lnT>
                    <a:lnB w="12700" cmpd="sng">
                      <a:solidFill>
                        <a:srgbClr val="C8C9CA"/>
                      </a:solidFill>
                      <a:prstDash val="solid"/>
                    </a:lnB>
                  </a:tcPr>
                </a:tc>
              </a:tr>
              <a:tr h="571500">
                <a:tc>
                  <a:txBody>
                    <a:bodyPr/>
                    <a:lstStyle/>
                    <a:p>
                      <a:pPr marL="0" marR="0" lvl="0" indent="0" algn="l">
                        <a:lnSpc>
                          <a:spcPct val="110000"/>
                        </a:lnSpc>
                        <a:spcBef>
                          <a:spcPts val="0"/>
                        </a:spcBef>
                        <a:spcAft>
                          <a:spcPts val="0"/>
                        </a:spcAft>
                        <a:buClr>
                          <a:srgbClr val="1F2937"/>
                        </a:buClr>
                        <a:buSzPts val="1200"/>
                        <a:buFont typeface="IBM Plex Sans KR"/>
                        <a:buNone/>
                      </a:pPr>
                      <a:r>
                        <a:rPr sz="1200" b="0" u="none" strike="noStrike" cap="none">
                          <a:solidFill>
                            <a:srgbClr val="222831"/>
                          </a:solidFill>
                          <a:latin typeface="IBM Plex Sans KR"/>
                          <a:ea typeface="IBM Plex Sans KR"/>
                          <a:cs typeface="IBM Plex Sans KR"/>
                        </a:rPr>
                        <a:t>도구 (MCP)</a:t>
                      </a:r>
                      <a:endParaRPr sz="1200" u="none" strike="noStrike" cap="none">
                        <a:latin typeface="IBM Plex Sans KR"/>
                        <a:ea typeface="IBM Plex Sans KR"/>
                        <a:cs typeface="IBM Plex Sans KR"/>
                      </a:endParaRPr>
                    </a:p>
                  </a:txBody>
                  <a:tcPr marL="53350" marR="53350" marT="53350" marB="53350">
                    <a:lnL w="12700" cmpd="sng">
                      <a:solidFill>
                        <a:srgbClr val="C8C9CA"/>
                      </a:solidFill>
                      <a:prstDash val="solid"/>
                    </a:lnL>
                    <a:lnR w="12700" cmpd="sng">
                      <a:solidFill>
                        <a:srgbClr val="C8C9CA"/>
                      </a:solidFill>
                      <a:prstDash val="solid"/>
                    </a:lnR>
                    <a:lnT w="12700" cmpd="sng">
                      <a:solidFill>
                        <a:srgbClr val="C8C9CA"/>
                      </a:solidFill>
                      <a:prstDash val="solid"/>
                    </a:lnT>
                    <a:lnB w="12700" cmpd="sng">
                      <a:solidFill>
                        <a:srgbClr val="C8C9CA"/>
                      </a:solidFill>
                      <a:prstDash val="solid"/>
                    </a:lnB>
                  </a:tcPr>
                </a:tc>
                <a:tc>
                  <a:txBody>
                    <a:bodyPr/>
                    <a:lstStyle/>
                    <a:p>
                      <a:pPr marL="0" marR="0" lvl="0" indent="0" algn="l">
                        <a:lnSpc>
                          <a:spcPct val="110000"/>
                        </a:lnSpc>
                        <a:spcBef>
                          <a:spcPts val="0"/>
                        </a:spcBef>
                        <a:spcAft>
                          <a:spcPts val="0"/>
                        </a:spcAft>
                        <a:buClr>
                          <a:srgbClr val="1F2937"/>
                        </a:buClr>
                        <a:buSzPts val="1200"/>
                        <a:buFont typeface="IBM Plex Sans KR"/>
                        <a:buNone/>
                      </a:pPr>
                      <a:r>
                        <a:rPr sz="1200" b="0" u="none" strike="noStrike" cap="none">
                          <a:solidFill>
                            <a:srgbClr val="222831"/>
                          </a:solidFill>
                          <a:latin typeface="IBM Plex Sans KR"/>
                          <a:ea typeface="IBM Plex Sans KR"/>
                          <a:cs typeface="IBM Plex Sans KR"/>
                        </a:rPr>
                        <a:t>계산·검색·일정 실행</a:t>
                      </a:r>
                      <a:endParaRPr sz="1200" u="none" strike="noStrike" cap="none">
                        <a:latin typeface="IBM Plex Sans KR"/>
                        <a:ea typeface="IBM Plex Sans KR"/>
                        <a:cs typeface="IBM Plex Sans KR"/>
                      </a:endParaRPr>
                    </a:p>
                  </a:txBody>
                  <a:tcPr marL="53350" marR="53350" marT="53350" marB="53350">
                    <a:lnL w="12700" cmpd="sng">
                      <a:solidFill>
                        <a:srgbClr val="C8C9CA"/>
                      </a:solidFill>
                      <a:prstDash val="solid"/>
                    </a:lnL>
                    <a:lnR w="12700" cmpd="sng">
                      <a:solidFill>
                        <a:srgbClr val="C8C9CA"/>
                      </a:solidFill>
                      <a:prstDash val="solid"/>
                    </a:lnR>
                    <a:lnT w="12700" cmpd="sng">
                      <a:solidFill>
                        <a:srgbClr val="C8C9CA"/>
                      </a:solidFill>
                      <a:prstDash val="solid"/>
                    </a:lnT>
                    <a:lnB w="12700" cmpd="sng">
                      <a:solidFill>
                        <a:srgbClr val="C8C9CA"/>
                      </a:solidFill>
                      <a:prstDash val="solid"/>
                    </a:lnB>
                  </a:tcPr>
                </a:tc>
                <a:tc>
                  <a:txBody>
                    <a:bodyPr/>
                    <a:lstStyle/>
                    <a:p>
                      <a:pPr marL="0" marR="0" lvl="0" indent="0" algn="l">
                        <a:lnSpc>
                          <a:spcPct val="110000"/>
                        </a:lnSpc>
                        <a:spcBef>
                          <a:spcPts val="0"/>
                        </a:spcBef>
                        <a:spcAft>
                          <a:spcPts val="0"/>
                        </a:spcAft>
                        <a:buClr>
                          <a:srgbClr val="1F2937"/>
                        </a:buClr>
                        <a:buSzPts val="1200"/>
                        <a:buFont typeface="IBM Plex Sans KR"/>
                        <a:buNone/>
                      </a:pPr>
                      <a:r>
                        <a:rPr sz="1200" b="0" u="none" strike="noStrike" cap="none">
                          <a:solidFill>
                            <a:srgbClr val="222831"/>
                          </a:solidFill>
                          <a:latin typeface="IBM Plex Sans KR"/>
                          <a:ea typeface="IBM Plex Sans KR"/>
                          <a:cs typeface="IBM Plex Sans KR"/>
                        </a:rPr>
                        <a:t>공식 FastMCP / 도구 9개</a:t>
                      </a:r>
                      <a:endParaRPr sz="1200" u="none" strike="noStrike" cap="none">
                        <a:latin typeface="IBM Plex Sans KR"/>
                        <a:ea typeface="IBM Plex Sans KR"/>
                        <a:cs typeface="IBM Plex Sans KR"/>
                      </a:endParaRPr>
                    </a:p>
                    <a:p>
                      <a:pPr marL="0" marR="0" lvl="0" indent="0" algn="l">
                        <a:lnSpc>
                          <a:spcPct val="110000"/>
                        </a:lnSpc>
                        <a:spcBef>
                          <a:spcPts val="0"/>
                        </a:spcBef>
                        <a:spcAft>
                          <a:spcPts val="0"/>
                        </a:spcAft>
                        <a:buClr>
                          <a:srgbClr val="1F2937"/>
                        </a:buClr>
                        <a:buSzPts val="1200"/>
                        <a:buFont typeface="IBM Plex Sans KR"/>
                        <a:buNone/>
                      </a:pPr>
                      <a:r>
                        <a:rPr sz="1200" b="0" u="none" strike="noStrike" cap="none">
                          <a:solidFill>
                            <a:srgbClr val="222831"/>
                          </a:solidFill>
                          <a:latin typeface="IBM Plex Sans KR"/>
                          <a:ea typeface="IBM Plex Sans KR"/>
                          <a:cs typeface="IBM Plex Sans KR"/>
                        </a:rPr>
                        <a:t>승인 후 ICS 생성</a:t>
                      </a:r>
                      <a:endParaRPr sz="1200" u="none" strike="noStrike" cap="none">
                        <a:latin typeface="IBM Plex Sans KR"/>
                        <a:ea typeface="IBM Plex Sans KR"/>
                        <a:cs typeface="IBM Plex Sans KR"/>
                      </a:endParaRPr>
                    </a:p>
                  </a:txBody>
                  <a:tcPr marL="53350" marR="53350" marT="53350" marB="53350">
                    <a:lnL w="12700" cmpd="sng">
                      <a:solidFill>
                        <a:srgbClr val="C8C9CA"/>
                      </a:solidFill>
                      <a:prstDash val="solid"/>
                    </a:lnL>
                    <a:lnR w="12700" cmpd="sng">
                      <a:solidFill>
                        <a:srgbClr val="C8C9CA"/>
                      </a:solidFill>
                      <a:prstDash val="solid"/>
                    </a:lnR>
                    <a:lnT w="12700" cmpd="sng">
                      <a:solidFill>
                        <a:srgbClr val="C8C9CA"/>
                      </a:solidFill>
                      <a:prstDash val="solid"/>
                    </a:lnT>
                    <a:lnB w="12700" cmpd="sng">
                      <a:solidFill>
                        <a:srgbClr val="C8C9CA"/>
                      </a:solidFill>
                      <a:prstDash val="solid"/>
                    </a:lnB>
                  </a:tcPr>
                </a:tc>
                <a:tc>
                  <a:txBody>
                    <a:bodyPr/>
                    <a:lstStyle/>
                    <a:p>
                      <a:pPr marL="0" marR="0" lvl="0" indent="0" algn="l">
                        <a:lnSpc>
                          <a:spcPct val="110000"/>
                        </a:lnSpc>
                        <a:spcBef>
                          <a:spcPts val="0"/>
                        </a:spcBef>
                        <a:spcAft>
                          <a:spcPts val="0"/>
                        </a:spcAft>
                        <a:buClr>
                          <a:srgbClr val="1F2937"/>
                        </a:buClr>
                        <a:buSzPts val="1200"/>
                        <a:buFont typeface="IBM Plex Sans KR"/>
                        <a:buNone/>
                      </a:pPr>
                      <a:r>
                        <a:rPr sz="1200" b="0" u="none" strike="noStrike" cap="none">
                          <a:solidFill>
                            <a:srgbClr val="222831"/>
                          </a:solidFill>
                          <a:latin typeface="IBM Plex Sans KR"/>
                          <a:ea typeface="IBM Plex Sans KR"/>
                          <a:cs typeface="IBM Plex Sans KR"/>
                        </a:rPr>
                        <a:t>도메인 계약을 공통 사용</a:t>
                      </a:r>
                      <a:endParaRPr sz="1200" u="none" strike="noStrike" cap="none">
                        <a:latin typeface="IBM Plex Sans KR"/>
                        <a:ea typeface="IBM Plex Sans KR"/>
                        <a:cs typeface="IBM Plex Sans KR"/>
                      </a:endParaRPr>
                    </a:p>
                    <a:p>
                      <a:pPr marL="0" marR="0" lvl="0" indent="0" algn="l">
                        <a:lnSpc>
                          <a:spcPct val="110000"/>
                        </a:lnSpc>
                        <a:spcBef>
                          <a:spcPts val="0"/>
                        </a:spcBef>
                        <a:spcAft>
                          <a:spcPts val="0"/>
                        </a:spcAft>
                        <a:buClr>
                          <a:srgbClr val="1F2937"/>
                        </a:buClr>
                        <a:buSzPts val="1200"/>
                        <a:buFont typeface="IBM Plex Sans KR"/>
                        <a:buNone/>
                      </a:pPr>
                      <a:r>
                        <a:rPr sz="1200" b="0" u="none" strike="noStrike" cap="none">
                          <a:solidFill>
                            <a:srgbClr val="222831"/>
                          </a:solidFill>
                          <a:latin typeface="IBM Plex Sans KR"/>
                          <a:ea typeface="IBM Plex Sans KR"/>
                          <a:cs typeface="IBM Plex Sans KR"/>
                        </a:rPr>
                        <a:t>외부 캘린더 직접 등록 제외</a:t>
                      </a:r>
                      <a:endParaRPr sz="1200" u="none" strike="noStrike" cap="none">
                        <a:latin typeface="IBM Plex Sans KR"/>
                        <a:ea typeface="IBM Plex Sans KR"/>
                        <a:cs typeface="IBM Plex Sans KR"/>
                      </a:endParaRPr>
                    </a:p>
                  </a:txBody>
                  <a:tcPr marL="53350" marR="53350" marT="53350" marB="53350">
                    <a:lnL w="12700" cmpd="sng">
                      <a:solidFill>
                        <a:srgbClr val="C8C9CA"/>
                      </a:solidFill>
                      <a:prstDash val="solid"/>
                    </a:lnL>
                    <a:lnR w="12700" cmpd="sng">
                      <a:solidFill>
                        <a:srgbClr val="C8C9CA"/>
                      </a:solidFill>
                      <a:prstDash val="solid"/>
                    </a:lnR>
                    <a:lnT w="12700" cmpd="sng">
                      <a:solidFill>
                        <a:srgbClr val="C8C9CA"/>
                      </a:solidFill>
                      <a:prstDash val="solid"/>
                    </a:lnT>
                    <a:lnB w="12700" cmpd="sng">
                      <a:solidFill>
                        <a:srgbClr val="C8C9CA"/>
                      </a:solidFill>
                      <a:prstDash val="solid"/>
                    </a:lnB>
                  </a:tcPr>
                </a:tc>
              </a:tr>
              <a:tr h="571500">
                <a:tc>
                  <a:txBody>
                    <a:bodyPr/>
                    <a:lstStyle/>
                    <a:p>
                      <a:pPr marL="0" marR="0" lvl="0" indent="0" algn="l">
                        <a:lnSpc>
                          <a:spcPct val="110000"/>
                        </a:lnSpc>
                        <a:spcBef>
                          <a:spcPts val="0"/>
                        </a:spcBef>
                        <a:spcAft>
                          <a:spcPts val="0"/>
                        </a:spcAft>
                        <a:buClr>
                          <a:srgbClr val="1F2937"/>
                        </a:buClr>
                        <a:buSzPts val="1200"/>
                        <a:buFont typeface="IBM Plex Sans KR"/>
                        <a:buNone/>
                      </a:pPr>
                      <a:r>
                        <a:rPr sz="1200" b="0" u="none" strike="noStrike" cap="none">
                          <a:solidFill>
                            <a:srgbClr val="222831"/>
                          </a:solidFill>
                          <a:latin typeface="IBM Plex Sans KR"/>
                          <a:ea typeface="IBM Plex Sans KR"/>
                          <a:cs typeface="IBM Plex Sans KR"/>
                        </a:rPr>
                        <a:t>메모리</a:t>
                      </a:r>
                      <a:endParaRPr sz="1200" u="none" strike="noStrike" cap="none">
                        <a:latin typeface="IBM Plex Sans KR"/>
                        <a:ea typeface="IBM Plex Sans KR"/>
                        <a:cs typeface="IBM Plex Sans KR"/>
                      </a:endParaRPr>
                    </a:p>
                  </a:txBody>
                  <a:tcPr marL="53350" marR="53350" marT="53350" marB="53350">
                    <a:lnL w="12700" cmpd="sng">
                      <a:solidFill>
                        <a:srgbClr val="C8C9CA"/>
                      </a:solidFill>
                      <a:prstDash val="solid"/>
                    </a:lnL>
                    <a:lnR w="12700" cmpd="sng">
                      <a:solidFill>
                        <a:srgbClr val="C8C9CA"/>
                      </a:solidFill>
                      <a:prstDash val="solid"/>
                    </a:lnR>
                    <a:lnT w="12700" cmpd="sng">
                      <a:solidFill>
                        <a:srgbClr val="C8C9CA"/>
                      </a:solidFill>
                      <a:prstDash val="solid"/>
                    </a:lnT>
                    <a:lnB w="12700" cmpd="sng">
                      <a:solidFill>
                        <a:srgbClr val="C8C9CA"/>
                      </a:solidFill>
                      <a:prstDash val="solid"/>
                    </a:lnB>
                  </a:tcPr>
                </a:tc>
                <a:tc>
                  <a:txBody>
                    <a:bodyPr/>
                    <a:lstStyle/>
                    <a:p>
                      <a:pPr marL="0" marR="0" lvl="0" indent="0" algn="l">
                        <a:lnSpc>
                          <a:spcPct val="110000"/>
                        </a:lnSpc>
                        <a:spcBef>
                          <a:spcPts val="0"/>
                        </a:spcBef>
                        <a:spcAft>
                          <a:spcPts val="0"/>
                        </a:spcAft>
                        <a:buClr>
                          <a:srgbClr val="1F2937"/>
                        </a:buClr>
                        <a:buSzPts val="1200"/>
                        <a:buFont typeface="IBM Plex Sans KR"/>
                        <a:buNone/>
                      </a:pPr>
                      <a:r>
                        <a:rPr sz="1200" b="0" u="none" strike="noStrike" cap="none">
                          <a:solidFill>
                            <a:srgbClr val="222831"/>
                          </a:solidFill>
                          <a:latin typeface="IBM Plex Sans KR"/>
                          <a:ea typeface="IBM Plex Sans KR"/>
                          <a:cs typeface="IBM Plex Sans KR"/>
                        </a:rPr>
                        <a:t>최근 검증 결과 재사용</a:t>
                      </a:r>
                      <a:endParaRPr sz="1200" u="none" strike="noStrike" cap="none">
                        <a:latin typeface="IBM Plex Sans KR"/>
                        <a:ea typeface="IBM Plex Sans KR"/>
                        <a:cs typeface="IBM Plex Sans KR"/>
                      </a:endParaRPr>
                    </a:p>
                  </a:txBody>
                  <a:tcPr marL="53350" marR="53350" marT="53350" marB="53350">
                    <a:lnL w="12700" cmpd="sng">
                      <a:solidFill>
                        <a:srgbClr val="C8C9CA"/>
                      </a:solidFill>
                      <a:prstDash val="solid"/>
                    </a:lnL>
                    <a:lnR w="12700" cmpd="sng">
                      <a:solidFill>
                        <a:srgbClr val="C8C9CA"/>
                      </a:solidFill>
                      <a:prstDash val="solid"/>
                    </a:lnR>
                    <a:lnT w="12700" cmpd="sng">
                      <a:solidFill>
                        <a:srgbClr val="C8C9CA"/>
                      </a:solidFill>
                      <a:prstDash val="solid"/>
                    </a:lnT>
                    <a:lnB w="12700" cmpd="sng">
                      <a:solidFill>
                        <a:srgbClr val="C8C9CA"/>
                      </a:solidFill>
                      <a:prstDash val="solid"/>
                    </a:lnB>
                  </a:tcPr>
                </a:tc>
                <a:tc>
                  <a:txBody>
                    <a:bodyPr/>
                    <a:lstStyle/>
                    <a:p>
                      <a:pPr marL="0" marR="0" lvl="0" indent="0" algn="l">
                        <a:lnSpc>
                          <a:spcPct val="110000"/>
                        </a:lnSpc>
                        <a:spcBef>
                          <a:spcPts val="0"/>
                        </a:spcBef>
                        <a:spcAft>
                          <a:spcPts val="0"/>
                        </a:spcAft>
                        <a:buClr>
                          <a:srgbClr val="1F2937"/>
                        </a:buClr>
                        <a:buSzPts val="1200"/>
                        <a:buFont typeface="IBM Plex Sans KR"/>
                        <a:buNone/>
                      </a:pPr>
                      <a:r>
                        <a:rPr sz="1200" b="0" u="none" strike="noStrike" cap="none">
                          <a:solidFill>
                            <a:srgbClr val="222831"/>
                          </a:solidFill>
                          <a:latin typeface="IBM Plex Sans KR"/>
                          <a:ea typeface="IBM Plex Sans KR"/>
                          <a:cs typeface="IBM Plex Sans KR"/>
                        </a:rPr>
                        <a:t>최근 4회 / 프로세스 메모리</a:t>
                      </a:r>
                      <a:endParaRPr sz="1200" u="none" strike="noStrike" cap="none">
                        <a:latin typeface="IBM Plex Sans KR"/>
                        <a:ea typeface="IBM Plex Sans KR"/>
                        <a:cs typeface="IBM Plex Sans KR"/>
                      </a:endParaRPr>
                    </a:p>
                    <a:p>
                      <a:pPr marL="0" marR="0" lvl="0" indent="0" algn="l">
                        <a:lnSpc>
                          <a:spcPct val="110000"/>
                        </a:lnSpc>
                        <a:spcBef>
                          <a:spcPts val="0"/>
                        </a:spcBef>
                        <a:spcAft>
                          <a:spcPts val="0"/>
                        </a:spcAft>
                        <a:buClr>
                          <a:srgbClr val="1F2937"/>
                        </a:buClr>
                        <a:buSzPts val="1200"/>
                        <a:buFont typeface="IBM Plex Sans KR"/>
                        <a:buNone/>
                      </a:pPr>
                      <a:r>
                        <a:rPr sz="1200" b="0" u="none" strike="noStrike" cap="none">
                          <a:solidFill>
                            <a:srgbClr val="222831"/>
                          </a:solidFill>
                          <a:latin typeface="IBM Plex Sans KR"/>
                          <a:ea typeface="IBM Plex Sans KR"/>
                          <a:cs typeface="IBM Plex Sans KR"/>
                        </a:rPr>
                        <a:t>API 세션 최대 64개</a:t>
                      </a:r>
                      <a:endParaRPr sz="1200" u="none" strike="noStrike" cap="none">
                        <a:latin typeface="IBM Plex Sans KR"/>
                        <a:ea typeface="IBM Plex Sans KR"/>
                        <a:cs typeface="IBM Plex Sans KR"/>
                      </a:endParaRPr>
                    </a:p>
                  </a:txBody>
                  <a:tcPr marL="53350" marR="53350" marT="53350" marB="53350">
                    <a:lnL w="12700" cmpd="sng">
                      <a:solidFill>
                        <a:srgbClr val="C8C9CA"/>
                      </a:solidFill>
                      <a:prstDash val="solid"/>
                    </a:lnL>
                    <a:lnR w="12700" cmpd="sng">
                      <a:solidFill>
                        <a:srgbClr val="C8C9CA"/>
                      </a:solidFill>
                      <a:prstDash val="solid"/>
                    </a:lnR>
                    <a:lnT w="12700" cmpd="sng">
                      <a:solidFill>
                        <a:srgbClr val="C8C9CA"/>
                      </a:solidFill>
                      <a:prstDash val="solid"/>
                    </a:lnT>
                    <a:lnB w="12700" cmpd="sng">
                      <a:solidFill>
                        <a:srgbClr val="C8C9CA"/>
                      </a:solidFill>
                      <a:prstDash val="solid"/>
                    </a:lnB>
                  </a:tcPr>
                </a:tc>
                <a:tc>
                  <a:txBody>
                    <a:bodyPr/>
                    <a:lstStyle/>
                    <a:p>
                      <a:pPr marL="0" marR="0" lvl="0" indent="0" algn="l">
                        <a:lnSpc>
                          <a:spcPct val="110000"/>
                        </a:lnSpc>
                        <a:spcBef>
                          <a:spcPts val="0"/>
                        </a:spcBef>
                        <a:spcAft>
                          <a:spcPts val="0"/>
                        </a:spcAft>
                        <a:buClr>
                          <a:srgbClr val="1F2937"/>
                        </a:buClr>
                        <a:buSzPts val="1200"/>
                        <a:buFont typeface="IBM Plex Sans KR"/>
                        <a:buNone/>
                      </a:pPr>
                      <a:r>
                        <a:rPr sz="1200" b="0" u="none" strike="noStrike" cap="none">
                          <a:solidFill>
                            <a:srgbClr val="222831"/>
                          </a:solidFill>
                          <a:latin typeface="IBM Plex Sans KR"/>
                          <a:ea typeface="IBM Plex Sans KR"/>
                          <a:cs typeface="IBM Plex Sans KR"/>
                        </a:rPr>
                        <a:t>학생·규정 변경 시 무효화</a:t>
                      </a:r>
                      <a:endParaRPr sz="1200" u="none" strike="noStrike" cap="none">
                        <a:latin typeface="IBM Plex Sans KR"/>
                        <a:ea typeface="IBM Plex Sans KR"/>
                        <a:cs typeface="IBM Plex Sans KR"/>
                      </a:endParaRPr>
                    </a:p>
                    <a:p>
                      <a:pPr marL="0" marR="0" lvl="0" indent="0" algn="l">
                        <a:lnSpc>
                          <a:spcPct val="110000"/>
                        </a:lnSpc>
                        <a:spcBef>
                          <a:spcPts val="0"/>
                        </a:spcBef>
                        <a:spcAft>
                          <a:spcPts val="0"/>
                        </a:spcAft>
                        <a:buClr>
                          <a:srgbClr val="1F2937"/>
                        </a:buClr>
                        <a:buSzPts val="1200"/>
                        <a:buFont typeface="IBM Plex Sans KR"/>
                        <a:buNone/>
                      </a:pPr>
                      <a:r>
                        <a:rPr sz="1200" b="0" u="none" strike="noStrike" cap="none">
                          <a:solidFill>
                            <a:srgbClr val="222831"/>
                          </a:solidFill>
                          <a:latin typeface="IBM Plex Sans KR"/>
                          <a:ea typeface="IBM Plex Sans KR"/>
                          <a:cs typeface="IBM Plex Sans KR"/>
                        </a:rPr>
                        <a:t>영구 DB·Redis 미필요</a:t>
                      </a:r>
                      <a:endParaRPr sz="1200" u="none" strike="noStrike" cap="none">
                        <a:latin typeface="IBM Plex Sans KR"/>
                        <a:ea typeface="IBM Plex Sans KR"/>
                        <a:cs typeface="IBM Plex Sans KR"/>
                      </a:endParaRPr>
                    </a:p>
                  </a:txBody>
                  <a:tcPr marL="53350" marR="53350" marT="53350" marB="53350">
                    <a:lnL w="12700" cmpd="sng">
                      <a:solidFill>
                        <a:srgbClr val="C8C9CA"/>
                      </a:solidFill>
                      <a:prstDash val="solid"/>
                    </a:lnL>
                    <a:lnR w="12700" cmpd="sng">
                      <a:solidFill>
                        <a:srgbClr val="C8C9CA"/>
                      </a:solidFill>
                      <a:prstDash val="solid"/>
                    </a:lnR>
                    <a:lnT w="12700" cmpd="sng">
                      <a:solidFill>
                        <a:srgbClr val="C8C9CA"/>
                      </a:solidFill>
                      <a:prstDash val="solid"/>
                    </a:lnT>
                    <a:lnB w="12700" cmpd="sng">
                      <a:solidFill>
                        <a:srgbClr val="C8C9CA"/>
                      </a:solidFill>
                      <a:prstDash val="solid"/>
                    </a:lnB>
                  </a:tcPr>
                </a:tc>
              </a:tr>
              <a:tr h="571500">
                <a:tc>
                  <a:txBody>
                    <a:bodyPr/>
                    <a:lstStyle/>
                    <a:p>
                      <a:pPr marL="0" marR="0" lvl="0" indent="0" algn="l">
                        <a:lnSpc>
                          <a:spcPct val="110000"/>
                        </a:lnSpc>
                        <a:spcBef>
                          <a:spcPts val="0"/>
                        </a:spcBef>
                        <a:spcAft>
                          <a:spcPts val="0"/>
                        </a:spcAft>
                        <a:buClr>
                          <a:srgbClr val="1F2937"/>
                        </a:buClr>
                        <a:buSzPts val="1200"/>
                        <a:buFont typeface="IBM Plex Sans KR"/>
                        <a:buNone/>
                      </a:pPr>
                      <a:r>
                        <a:rPr sz="1200" b="0" u="none" strike="noStrike" cap="none">
                          <a:solidFill>
                            <a:srgbClr val="222831"/>
                          </a:solidFill>
                          <a:latin typeface="IBM Plex Sans KR"/>
                          <a:ea typeface="IBM Plex Sans KR"/>
                          <a:cs typeface="IBM Plex Sans KR"/>
                        </a:rPr>
                        <a:t>인터페이스·관찰</a:t>
                      </a:r>
                      <a:endParaRPr sz="1200" u="none" strike="noStrike" cap="none">
                        <a:latin typeface="IBM Plex Sans KR"/>
                        <a:ea typeface="IBM Plex Sans KR"/>
                        <a:cs typeface="IBM Plex Sans KR"/>
                      </a:endParaRPr>
                    </a:p>
                  </a:txBody>
                  <a:tcPr marL="53350" marR="53350" marT="53350" marB="53350">
                    <a:lnL w="12700" cmpd="sng">
                      <a:solidFill>
                        <a:srgbClr val="C8C9CA"/>
                      </a:solidFill>
                      <a:prstDash val="solid"/>
                    </a:lnL>
                    <a:lnR w="12700" cmpd="sng">
                      <a:solidFill>
                        <a:srgbClr val="C8C9CA"/>
                      </a:solidFill>
                      <a:prstDash val="solid"/>
                    </a:lnR>
                    <a:lnT w="12700" cmpd="sng">
                      <a:solidFill>
                        <a:srgbClr val="C8C9CA"/>
                      </a:solidFill>
                      <a:prstDash val="solid"/>
                    </a:lnT>
                    <a:lnB w="12700" cmpd="sng">
                      <a:solidFill>
                        <a:srgbClr val="C8C9CA"/>
                      </a:solidFill>
                      <a:prstDash val="solid"/>
                    </a:lnB>
                  </a:tcPr>
                </a:tc>
                <a:tc>
                  <a:txBody>
                    <a:bodyPr/>
                    <a:lstStyle/>
                    <a:p>
                      <a:pPr marL="0" marR="0" lvl="0" indent="0" algn="l">
                        <a:lnSpc>
                          <a:spcPct val="110000"/>
                        </a:lnSpc>
                        <a:spcBef>
                          <a:spcPts val="0"/>
                        </a:spcBef>
                        <a:spcAft>
                          <a:spcPts val="0"/>
                        </a:spcAft>
                        <a:buClr>
                          <a:srgbClr val="1F2937"/>
                        </a:buClr>
                        <a:buSzPts val="1200"/>
                        <a:buFont typeface="IBM Plex Sans KR"/>
                        <a:buNone/>
                      </a:pPr>
                      <a:r>
                        <a:rPr sz="1200" b="0" u="none" strike="noStrike" cap="none">
                          <a:solidFill>
                            <a:srgbClr val="222831"/>
                          </a:solidFill>
                          <a:latin typeface="IBM Plex Sans KR"/>
                          <a:ea typeface="IBM Plex Sans KR"/>
                          <a:cs typeface="IBM Plex Sans KR"/>
                        </a:rPr>
                        <a:t>입력·API 검사·학습</a:t>
                      </a:r>
                      <a:endParaRPr sz="1200" u="none" strike="noStrike" cap="none">
                        <a:latin typeface="IBM Plex Sans KR"/>
                        <a:ea typeface="IBM Plex Sans KR"/>
                        <a:cs typeface="IBM Plex Sans KR"/>
                      </a:endParaRPr>
                    </a:p>
                  </a:txBody>
                  <a:tcPr marL="53350" marR="53350" marT="53350" marB="53350">
                    <a:lnL w="12700" cmpd="sng">
                      <a:solidFill>
                        <a:srgbClr val="C8C9CA"/>
                      </a:solidFill>
                      <a:prstDash val="solid"/>
                    </a:lnL>
                    <a:lnR w="12700" cmpd="sng">
                      <a:solidFill>
                        <a:srgbClr val="C8C9CA"/>
                      </a:solidFill>
                      <a:prstDash val="solid"/>
                    </a:lnR>
                    <a:lnT w="12700" cmpd="sng">
                      <a:solidFill>
                        <a:srgbClr val="C8C9CA"/>
                      </a:solidFill>
                      <a:prstDash val="solid"/>
                    </a:lnT>
                    <a:lnB w="12700" cmpd="sng">
                      <a:solidFill>
                        <a:srgbClr val="C8C9CA"/>
                      </a:solidFill>
                      <a:prstDash val="solid"/>
                    </a:lnB>
                  </a:tcPr>
                </a:tc>
                <a:tc>
                  <a:txBody>
                    <a:bodyPr/>
                    <a:lstStyle/>
                    <a:p>
                      <a:pPr marL="0" marR="0" lvl="0" indent="0" algn="l">
                        <a:lnSpc>
                          <a:spcPct val="110000"/>
                        </a:lnSpc>
                        <a:spcBef>
                          <a:spcPts val="0"/>
                        </a:spcBef>
                        <a:spcAft>
                          <a:spcPts val="0"/>
                        </a:spcAft>
                        <a:buClr>
                          <a:srgbClr val="1F2937"/>
                        </a:buClr>
                        <a:buSzPts val="1200"/>
                        <a:buFont typeface="IBM Plex Sans KR"/>
                        <a:buNone/>
                      </a:pPr>
                      <a:r>
                        <a:rPr sz="1200" b="0" u="none" strike="noStrike" cap="none">
                          <a:solidFill>
                            <a:srgbClr val="222831"/>
                          </a:solidFill>
                          <a:latin typeface="IBM Plex Sans KR"/>
                          <a:ea typeface="IBM Plex Sans KR"/>
                          <a:cs typeface="IBM Plex Sans KR"/>
                        </a:rPr>
                        <a:t>수진 UI / 월 달력·관심 과목</a:t>
                      </a:r>
                      <a:endParaRPr sz="1200" u="none" strike="noStrike" cap="none">
                        <a:latin typeface="IBM Plex Sans KR"/>
                        <a:ea typeface="IBM Plex Sans KR"/>
                        <a:cs typeface="IBM Plex Sans KR"/>
                      </a:endParaRPr>
                    </a:p>
                    <a:p>
                      <a:pPr marL="0" marR="0" lvl="0" indent="0" algn="l">
                        <a:lnSpc>
                          <a:spcPct val="110000"/>
                        </a:lnSpc>
                        <a:spcBef>
                          <a:spcPts val="0"/>
                        </a:spcBef>
                        <a:spcAft>
                          <a:spcPts val="0"/>
                        </a:spcAft>
                        <a:buClr>
                          <a:srgbClr val="1F2937"/>
                        </a:buClr>
                        <a:buSzPts val="1200"/>
                        <a:buFont typeface="IBM Plex Sans KR"/>
                        <a:buNone/>
                      </a:pPr>
                      <a:r>
                        <a:rPr sz="1200" b="0" u="none" strike="noStrike" cap="none">
                          <a:solidFill>
                            <a:srgbClr val="222831"/>
                          </a:solidFill>
                          <a:latin typeface="IBM Plex Sans KR"/>
                          <a:ea typeface="IBM Plex Sans KR"/>
                          <a:cs typeface="IBM Plex Sans KR"/>
                        </a:rPr>
                        <a:t>Swagger / Postman / LangSmith</a:t>
                      </a:r>
                      <a:endParaRPr sz="1200" u="none" strike="noStrike" cap="none">
                        <a:latin typeface="IBM Plex Sans KR"/>
                        <a:ea typeface="IBM Plex Sans KR"/>
                        <a:cs typeface="IBM Plex Sans KR"/>
                      </a:endParaRPr>
                    </a:p>
                  </a:txBody>
                  <a:tcPr marL="53350" marR="53350" marT="53350" marB="53350">
                    <a:lnL w="12700" cmpd="sng">
                      <a:solidFill>
                        <a:srgbClr val="C8C9CA"/>
                      </a:solidFill>
                      <a:prstDash val="solid"/>
                    </a:lnL>
                    <a:lnR w="12700" cmpd="sng">
                      <a:solidFill>
                        <a:srgbClr val="C8C9CA"/>
                      </a:solidFill>
                      <a:prstDash val="solid"/>
                    </a:lnR>
                    <a:lnT w="12700" cmpd="sng">
                      <a:solidFill>
                        <a:srgbClr val="C8C9CA"/>
                      </a:solidFill>
                      <a:prstDash val="solid"/>
                    </a:lnT>
                    <a:lnB w="12700" cmpd="sng">
                      <a:solidFill>
                        <a:srgbClr val="C8C9CA"/>
                      </a:solidFill>
                      <a:prstDash val="solid"/>
                    </a:lnB>
                  </a:tcPr>
                </a:tc>
                <a:tc>
                  <a:txBody>
                    <a:bodyPr/>
                    <a:lstStyle/>
                    <a:p>
                      <a:pPr marL="0" marR="0" lvl="0" indent="0" algn="l">
                        <a:lnSpc>
                          <a:spcPct val="110000"/>
                        </a:lnSpc>
                        <a:spcBef>
                          <a:spcPts val="0"/>
                        </a:spcBef>
                        <a:spcAft>
                          <a:spcPts val="0"/>
                        </a:spcAft>
                        <a:buClr>
                          <a:srgbClr val="1F2937"/>
                        </a:buClr>
                        <a:buSzPts val="1200"/>
                        <a:buFont typeface="IBM Plex Sans KR"/>
                        <a:buNone/>
                      </a:pPr>
                      <a:r>
                        <a:rPr sz="1200" b="0" u="none" strike="noStrike" cap="none">
                          <a:solidFill>
                            <a:srgbClr val="222831"/>
                          </a:solidFill>
                          <a:latin typeface="IBM Plex Sans KR"/>
                          <a:ea typeface="IBM Plex Sans KR"/>
                          <a:cs typeface="IBM Plex Sans KR"/>
                        </a:rPr>
                        <a:t>시안 데이터를 실제 계산에 연결</a:t>
                      </a:r>
                      <a:endParaRPr sz="1200" u="none" strike="noStrike" cap="none">
                        <a:latin typeface="IBM Plex Sans KR"/>
                        <a:ea typeface="IBM Plex Sans KR"/>
                        <a:cs typeface="IBM Plex Sans KR"/>
                      </a:endParaRPr>
                    </a:p>
                    <a:p>
                      <a:pPr marL="0" marR="0" lvl="0" indent="0" algn="l">
                        <a:lnSpc>
                          <a:spcPct val="110000"/>
                        </a:lnSpc>
                        <a:spcBef>
                          <a:spcPts val="0"/>
                        </a:spcBef>
                        <a:spcAft>
                          <a:spcPts val="0"/>
                        </a:spcAft>
                        <a:buClr>
                          <a:srgbClr val="1F2937"/>
                        </a:buClr>
                        <a:buSzPts val="1200"/>
                        <a:buFont typeface="IBM Plex Sans KR"/>
                        <a:buNone/>
                      </a:pPr>
                      <a:r>
                        <a:rPr sz="1200" b="0" u="none" strike="noStrike" cap="none">
                          <a:solidFill>
                            <a:srgbClr val="222831"/>
                          </a:solidFill>
                          <a:latin typeface="IBM Plex Sans KR"/>
                          <a:ea typeface="IBM Plex Sans KR"/>
                          <a:cs typeface="IBM Plex Sans KR"/>
                        </a:rPr>
                        <a:t>원본·통합 코드를 함께 보존</a:t>
                      </a:r>
                      <a:endParaRPr sz="1200" u="none" strike="noStrike" cap="none">
                        <a:latin typeface="IBM Plex Sans KR"/>
                        <a:ea typeface="IBM Plex Sans KR"/>
                        <a:cs typeface="IBM Plex Sans KR"/>
                      </a:endParaRPr>
                    </a:p>
                  </a:txBody>
                  <a:tcPr marL="53350" marR="53350" marT="53350" marB="53350">
                    <a:lnL w="12700" cmpd="sng">
                      <a:solidFill>
                        <a:srgbClr val="C8C9CA"/>
                      </a:solidFill>
                      <a:prstDash val="solid"/>
                    </a:lnL>
                    <a:lnR w="12700" cmpd="sng">
                      <a:solidFill>
                        <a:srgbClr val="C8C9CA"/>
                      </a:solidFill>
                      <a:prstDash val="solid"/>
                    </a:lnR>
                    <a:lnT w="12700" cmpd="sng">
                      <a:solidFill>
                        <a:srgbClr val="C8C9CA"/>
                      </a:solidFill>
                      <a:prstDash val="solid"/>
                    </a:lnT>
                    <a:lnB w="12700" cmpd="sng">
                      <a:solidFill>
                        <a:srgbClr val="C8C9CA"/>
                      </a:solidFill>
                      <a:prstDash val="solid"/>
                    </a:lnB>
                  </a:tcPr>
                </a:tc>
              </a:tr>
            </a:tbl>
          </a:graphicData>
        </a:graphic>
      </p:graphicFrame>
      <p:sp>
        <p:nvSpPr>
          <p:cNvPr id="203" name="Google Shape;203;p8">
            <a:extLst xmlns:a="http://schemas.openxmlformats.org/drawingml/2006/main">
              <a:ext uri="{FF2B5EF4-FFF2-40B4-BE49-F238E27FC236}">
                <a16:creationId xmlns:a16="http://schemas.microsoft.com/office/drawing/2014/main" id="{F52D7767-24ED-4281-8ACF-1B2F9406B9FE}"/>
              </a:ext>
            </a:extLst>
          </p:cNvPr>
          <p:cNvSpPr>
            <a:spLocks xmlns:a="http://schemas.openxmlformats.org/drawingml/2006/main" noGrp="1"/>
          </p:cNvSpPr>
          <p:nvPr/>
        </p:nvSpPr>
        <p:spPr>
          <a:xfrm xmlns:a="http://schemas.openxmlformats.org/drawingml/2006/main">
            <a:off x="812752" y="6238332"/>
            <a:ext cx="2518641" cy="23869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marR="0" lvl="0" indent="0" algn="l">
              <a:lnSpc>
                <a:spcPct val="140000"/>
              </a:lnSpc>
              <a:spcBef>
                <a:spcPts val="0"/>
              </a:spcBef>
              <a:spcAft>
                <a:spcPts val="0"/>
              </a:spcAft>
              <a:buClr>
                <a:srgbClr val="1F2937"/>
              </a:buClr>
              <a:buSzPts val="1200"/>
              <a:buFont typeface="IBM Plex Sans KR"/>
              <a:buNone/>
            </a:pPr>
            <a:r>
              <a:rPr sz="1200" b="0" i="0" u="none" strike="noStrike" cap="none">
                <a:solidFill>
                  <a:srgbClr val="1F2937"/>
                </a:solidFill>
                <a:latin typeface="IBM Plex Sans KR"/>
                <a:ea typeface="IBM Plex Sans KR"/>
                <a:cs typeface="IBM Plex Sans KR"/>
              </a:rPr>
              <a:t>AI Agent 미니 프로젝트 결과 발표</a:t>
            </a:r>
            <a:endParaRPr sz="1200" b="0" i="0" u="none" strike="noStrike" cap="none">
              <a:solidFill>
                <a:schemeClr val="dk1"/>
              </a:solidFill>
              <a:latin typeface="IBM Plex Sans KR"/>
              <a:ea typeface="IBM Plex Sans KR"/>
              <a:cs typeface="IBM Plex Sans KR"/>
            </a:endParaRPr>
          </a:p>
        </p:txBody>
      </p:sp>
      <p:sp>
        <p:nvSpPr>
          <p:cNvPr id="204" name="Google Shape;204;p8">
            <a:extLst xmlns:a="http://schemas.openxmlformats.org/drawingml/2006/main">
              <a:ext uri="{FF2B5EF4-FFF2-40B4-BE49-F238E27FC236}">
                <a16:creationId xmlns:a16="http://schemas.microsoft.com/office/drawing/2014/main" id="{74A39793-CF35-4A40-B213-4E748B0C1C06}"/>
              </a:ext>
            </a:extLst>
          </p:cNvPr>
          <p:cNvSpPr>
            <a:spLocks xmlns:a="http://schemas.openxmlformats.org/drawingml/2006/main" noGrp="1"/>
          </p:cNvSpPr>
          <p:nvPr/>
        </p:nvSpPr>
        <p:spPr>
          <a:xfrm xmlns:a="http://schemas.openxmlformats.org/drawingml/2006/main">
            <a:off x="10974615" y="6238332"/>
            <a:ext cx="485559" cy="23869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marR="0" lvl="0" indent="0" algn="l">
              <a:lnSpc>
                <a:spcPct val="140000"/>
              </a:lnSpc>
              <a:spcBef>
                <a:spcPts val="0"/>
              </a:spcBef>
              <a:spcAft>
                <a:spcPts val="0"/>
              </a:spcAft>
              <a:buClr>
                <a:srgbClr val="1F2937"/>
              </a:buClr>
              <a:buSzPts val="1200"/>
              <a:buFont typeface="IBM Plex Sans KR"/>
              <a:buNone/>
            </a:pPr>
            <a:r>
              <a:rPr sz="1200" b="0" i="0" u="none" strike="noStrike" cap="none">
                <a:solidFill>
                  <a:srgbClr val="1F2937"/>
                </a:solidFill>
                <a:latin typeface="IBM Plex Sans KR"/>
                <a:ea typeface="IBM Plex Sans KR"/>
                <a:cs typeface="IBM Plex Sans KR"/>
              </a:rPr>
              <a:t>8 / 14</a:t>
            </a:r>
            <a:endParaRPr sz="1200" b="0" i="0" u="none" strike="noStrike" cap="none">
              <a:solidFill>
                <a:schemeClr val="dk1"/>
              </a:solidFill>
              <a:latin typeface="IBM Plex Sans KR"/>
              <a:ea typeface="IBM Plex Sans KR"/>
              <a:cs typeface="IBM Plex Sans KR"/>
            </a:endParaRPr>
          </a:p>
        </p:txBody>
      </p:sp>
      <p:sp>
        <p:nvSpPr>
          <p:cNvPr id="205" name="omission-reasons">
            <a:extLst xmlns:a="http://schemas.openxmlformats.org/drawingml/2006/main">
              <a:ext uri="{FF2B5EF4-FFF2-40B4-BE49-F238E27FC236}">
                <a16:creationId xmlns:a16="http://schemas.microsoft.com/office/drawing/2014/main" id="{62666729-2C4D-41DC-82B5-D6BF8617B8C6}"/>
              </a:ext>
            </a:extLst>
          </p:cNvPr>
          <p:cNvSpPr>
            <a:spLocks xmlns:a="http://schemas.openxmlformats.org/drawingml/2006/main" noGrp="1"/>
          </p:cNvSpPr>
          <p:nvPr/>
        </p:nvSpPr>
        <p:spPr>
          <a:xfrm xmlns:a="http://schemas.openxmlformats.org/drawingml/2006/main">
            <a:off x="1019175" y="5143500"/>
            <a:ext cx="1038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a:solidFill>
                  <a:srgbClr val="303A4C"/>
                </a:solidFill>
                <a:latin typeface="IBM Plex Sans KR"/>
                <a:ea typeface="IBM Plex Sans KR"/>
                <a:cs typeface="IBM Plex Sans KR"/>
              </a:defRPr>
            </a:defPPr>
            <a:lvl1pPr>
              <a:defRPr sz="1200">
                <a:solidFill>
                  <a:srgbClr val="303A4C"/>
                </a:solidFill>
                <a:latin typeface="IBM Plex Sans KR"/>
                <a:ea typeface="IBM Plex Sans KR"/>
                <a:cs typeface="IBM Plex Sans KR"/>
              </a:defRPr>
            </a:lvl1pPr>
            <a:lvl2pPr>
              <a:defRPr sz="1200">
                <a:solidFill>
                  <a:srgbClr val="303A4C"/>
                </a:solidFill>
                <a:latin typeface="IBM Plex Sans KR"/>
                <a:ea typeface="IBM Plex Sans KR"/>
                <a:cs typeface="IBM Plex Sans KR"/>
              </a:defRPr>
            </a:lvl2pPr>
            <a:lvl3pPr>
              <a:defRPr sz="1200">
                <a:solidFill>
                  <a:srgbClr val="303A4C"/>
                </a:solidFill>
                <a:latin typeface="IBM Plex Sans KR"/>
                <a:ea typeface="IBM Plex Sans KR"/>
                <a:cs typeface="IBM Plex Sans KR"/>
              </a:defRPr>
            </a:lvl3pPr>
            <a:lvl4pPr>
              <a:defRPr sz="1200">
                <a:solidFill>
                  <a:srgbClr val="303A4C"/>
                </a:solidFill>
                <a:latin typeface="IBM Plex Sans KR"/>
                <a:ea typeface="IBM Plex Sans KR"/>
                <a:cs typeface="IBM Plex Sans KR"/>
              </a:defRPr>
            </a:lvl4pPr>
            <a:lvl5pPr>
              <a:defRPr sz="1200">
                <a:solidFill>
                  <a:srgbClr val="303A4C"/>
                </a:solidFill>
                <a:latin typeface="IBM Plex Sans KR"/>
                <a:ea typeface="IBM Plex Sans KR"/>
                <a:cs typeface="IBM Plex Sans KR"/>
              </a:defRPr>
            </a:lvl5pPr>
            <a:lvl6pPr>
              <a:defRPr sz="1200">
                <a:solidFill>
                  <a:srgbClr val="303A4C"/>
                </a:solidFill>
                <a:latin typeface="IBM Plex Sans KR"/>
                <a:ea typeface="IBM Plex Sans KR"/>
                <a:cs typeface="IBM Plex Sans KR"/>
              </a:defRPr>
            </a:lvl6pPr>
            <a:lvl7pPr>
              <a:defRPr sz="1200">
                <a:solidFill>
                  <a:srgbClr val="303A4C"/>
                </a:solidFill>
                <a:latin typeface="IBM Plex Sans KR"/>
                <a:ea typeface="IBM Plex Sans KR"/>
                <a:cs typeface="IBM Plex Sans KR"/>
              </a:defRPr>
            </a:lvl7pPr>
            <a:lvl8pPr>
              <a:defRPr sz="1200">
                <a:solidFill>
                  <a:srgbClr val="303A4C"/>
                </a:solidFill>
                <a:latin typeface="IBM Plex Sans KR"/>
                <a:ea typeface="IBM Plex Sans KR"/>
                <a:cs typeface="IBM Plex Sans KR"/>
              </a:defRPr>
            </a:lvl8pPr>
            <a:lvl9pPr>
              <a:defRPr sz="1200">
                <a:solidFill>
                  <a:srgbClr val="303A4C"/>
                </a:solidFill>
                <a:latin typeface="IBM Plex Sans KR"/>
                <a:ea typeface="IBM Plex Sans KR"/>
                <a:cs typeface="IBM Plex Sans KR"/>
              </a:defRPr>
            </a:lvl9pPr>
          </a:lstStyle>
          <a:p xmlns:a="http://schemas.openxmlformats.org/drawingml/2006/main">
            <a:pPr>
              <a:lnSpc>
                <a:spcPct val="115000"/>
              </a:lnSpc>
              <a:buNone/>
              <a:defRPr sz="1200">
                <a:solidFill>
                  <a:srgbClr val="303A4C"/>
                </a:solidFill>
                <a:latin typeface="IBM Plex Sans KR"/>
                <a:ea typeface="IBM Plex Sans KR"/>
                <a:cs typeface="IBM Plex Sans KR"/>
              </a:defRPr>
            </a:pPr>
            <a:r>
              <a:rPr sz="1200">
                <a:solidFill>
                  <a:srgbClr val="303A4C"/>
                </a:solidFill>
                <a:latin typeface="IBM Plex Sans KR"/>
                <a:ea typeface="IBM Plex Sans KR"/>
                <a:cs typeface="IBM Plex Sans KR"/>
              </a:rPr>
              <a:t>수업과 다른 선택: Qdrant→Chroma, BM25/RRF→벡터·어휘 점수 가중합. 검색 평가는 별도로 남겼다.</a:t>
            </a:r>
          </a:p>
          <a:p xmlns:a="http://schemas.openxmlformats.org/drawingml/2006/main">
            <a:pPr>
              <a:lnSpc>
                <a:spcPct val="115000"/>
              </a:lnSpc>
              <a:buNone/>
              <a:defRPr sz="1200">
                <a:solidFill>
                  <a:srgbClr val="303A4C"/>
                </a:solidFill>
                <a:latin typeface="IBM Plex Sans KR"/>
                <a:ea typeface="IBM Plex Sans KR"/>
                <a:cs typeface="IBM Plex Sans KR"/>
              </a:defRPr>
            </a:pPr>
            <a:r>
              <a:rPr sz="1200">
                <a:solidFill>
                  <a:srgbClr val="303A4C"/>
                </a:solidFill>
                <a:latin typeface="IBM Plex Sans KR"/>
                <a:ea typeface="IBM Plex Sans KR"/>
                <a:cs typeface="IBM Plex Sans KR"/>
              </a:rPr>
              <a:t>미적용: 자율 ReAct·영구 체크포인트·별도 SQL/Redis·클라우드 배포. 범위와 이유는 README 및 실습 대조표에 기록했다.</a:t>
            </a:r>
          </a:p>
        </p:txBody>
      </p:sp>
    </p:spTree>
    <p:extLst>
      <p:ext uri="{BB962C8B-B14F-4D97-AF65-F5344CB8AC3E}">
        <p14:creationId xmlns:p14="http://schemas.microsoft.com/office/powerpoint/2010/main" val="1492421373"/>
      </p:ext>
    </p:extLst>
  </p:cSld>
</p:sld>
</file>

<file path=ppt/slides/slide9.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210" name="Google Shape;210;p9">
            <a:extLst xmlns:a="http://schemas.openxmlformats.org/drawingml/2006/main">
              <a:ext uri="{FF2B5EF4-FFF2-40B4-BE49-F238E27FC236}">
                <a16:creationId xmlns:a16="http://schemas.microsoft.com/office/drawing/2014/main" id="{CFE58C72-E8A5-44E9-B858-307480436287}"/>
              </a:ext>
            </a:extLst>
          </p:cNvPr>
          <p:cNvSpPr>
            <a:spLocks xmlns:a="http://schemas.openxmlformats.org/drawingml/2006/main" noGrp="1"/>
          </p:cNvSpPr>
          <p:nvPr/>
        </p:nvSpPr>
        <p:spPr>
          <a:xfrm xmlns:a="http://schemas.openxmlformats.org/drawingml/2006/main">
            <a:off x="812752" y="660381"/>
            <a:ext cx="10883490" cy="20820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marR="0" lvl="0" indent="0" algn="l">
              <a:lnSpc>
                <a:spcPct val="120000"/>
              </a:lnSpc>
              <a:spcBef>
                <a:spcPts val="0"/>
              </a:spcBef>
              <a:spcAft>
                <a:spcPts val="0"/>
              </a:spcAft>
              <a:buClr>
                <a:srgbClr val="1D4ED8"/>
              </a:buClr>
              <a:buSzPts val="1200"/>
              <a:buFont typeface="IBM Plex Sans KR"/>
              <a:buNone/>
            </a:pPr>
            <a:r>
              <a:rPr sz="1200" b="1" i="0" u="none" strike="noStrike" cap="none">
                <a:solidFill>
                  <a:srgbClr val="1D4ED8"/>
                </a:solidFill>
                <a:latin typeface="IBM Plex Sans KR"/>
                <a:ea typeface="IBM Plex Sans KR"/>
                <a:cs typeface="IBM Plex Sans KR"/>
              </a:rPr>
              <a:t>06 · 구성요소</a:t>
            </a:r>
            <a:endParaRPr sz="1200" b="0" i="0" u="none" strike="noStrike" cap="none">
              <a:solidFill>
                <a:schemeClr val="dk1"/>
              </a:solidFill>
              <a:latin typeface="IBM Plex Sans KR"/>
              <a:ea typeface="IBM Plex Sans KR"/>
              <a:cs typeface="IBM Plex Sans KR"/>
            </a:endParaRPr>
          </a:p>
        </p:txBody>
      </p:sp>
      <p:sp>
        <p:nvSpPr>
          <p:cNvPr id="211" name="Google Shape;211;p9">
            <a:extLst xmlns:a="http://schemas.openxmlformats.org/drawingml/2006/main">
              <a:ext uri="{FF2B5EF4-FFF2-40B4-BE49-F238E27FC236}">
                <a16:creationId xmlns:a16="http://schemas.microsoft.com/office/drawing/2014/main" id="{11E0790F-4300-47DA-BF9E-838990B1752B}"/>
              </a:ext>
            </a:extLst>
          </p:cNvPr>
          <p:cNvSpPr>
            <a:spLocks xmlns:a="http://schemas.openxmlformats.org/drawingml/2006/main" noGrp="1"/>
          </p:cNvSpPr>
          <p:nvPr>
            <p:ph type="title" idx="0"/>
          </p:nvPr>
        </p:nvSpPr>
        <p:spPr>
          <a:xfrm xmlns:a="http://schemas.openxmlformats.org/drawingml/2006/main">
            <a:off x="812752" y="906680"/>
            <a:ext cx="10883490" cy="42161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lvl="0" indent="0" algn="l">
              <a:lnSpc>
                <a:spcPct val="120000"/>
              </a:lnSpc>
              <a:spcBef>
                <a:spcPts val="0"/>
              </a:spcBef>
              <a:spcAft>
                <a:spcPts val="0"/>
              </a:spcAft>
              <a:buClr>
                <a:srgbClr val="1F2937"/>
              </a:buClr>
              <a:buSzPts val="2600"/>
              <a:buFont typeface="IBM Plex Sans KR"/>
              <a:buNone/>
            </a:pPr>
            <a:r>
              <a:rPr sz="2600" b="1" i="0">
                <a:solidFill>
                  <a:srgbClr val="1F2937"/>
                </a:solidFill>
                <a:latin typeface="IBM Plex Sans KR"/>
                <a:ea typeface="IBM Plex Sans KR"/>
                <a:cs typeface="IBM Plex Sans KR"/>
              </a:rPr>
              <a:t>핵심 구성요소 깊이 보기</a:t>
            </a:r>
            <a:endParaRPr sz="2600"/>
          </a:p>
        </p:txBody>
      </p:sp>
      <p:sp>
        <p:nvSpPr>
          <p:cNvPr id="212" name="Google Shape;212;p9">
            <a:extLst xmlns:a="http://schemas.openxmlformats.org/drawingml/2006/main">
              <a:ext uri="{FF2B5EF4-FFF2-40B4-BE49-F238E27FC236}">
                <a16:creationId xmlns:a16="http://schemas.microsoft.com/office/drawing/2014/main" id="{4F5D863B-86F6-4B13-B856-8094B3F70410}"/>
              </a:ext>
            </a:extLst>
          </p:cNvPr>
          <p:cNvSpPr>
            <a:spLocks xmlns:a="http://schemas.openxmlformats.org/drawingml/2006/main" noGrp="1"/>
          </p:cNvSpPr>
          <p:nvPr/>
        </p:nvSpPr>
        <p:spPr>
          <a:xfrm xmlns:a="http://schemas.openxmlformats.org/drawingml/2006/main">
            <a:off x="812752" y="1506085"/>
            <a:ext cx="4742536" cy="829709"/>
          </a:xfrm>
          <a:prstGeom xmlns:a="http://schemas.openxmlformats.org/drawingml/2006/main" prst="roundRect">
            <a:avLst>
              <a:gd name="adj" fmla="val 12245"/>
            </a:avLst>
          </a:prstGeom>
          <a:solidFill xmlns:a="http://schemas.openxmlformats.org/drawingml/2006/main">
            <a:srgbClr val="EAF0FD"/>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13" name="Google Shape;213;p9">
            <a:extLst xmlns:a="http://schemas.openxmlformats.org/drawingml/2006/main">
              <a:ext uri="{FF2B5EF4-FFF2-40B4-BE49-F238E27FC236}">
                <a16:creationId xmlns:a16="http://schemas.microsoft.com/office/drawing/2014/main" id="{0EE5D738-9CE4-4345-B59A-4F3C0563B563}"/>
              </a:ext>
            </a:extLst>
          </p:cNvPr>
          <p:cNvSpPr>
            <a:spLocks xmlns:a="http://schemas.openxmlformats.org/drawingml/2006/main" noGrp="1"/>
          </p:cNvSpPr>
          <p:nvPr/>
        </p:nvSpPr>
        <p:spPr>
          <a:xfrm xmlns:a="http://schemas.openxmlformats.org/drawingml/2006/main">
            <a:off x="1015940" y="1683835"/>
            <a:ext cx="4466245" cy="21133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marR="0" lvl="0" indent="0" algn="l">
              <a:lnSpc>
                <a:spcPct val="129920"/>
              </a:lnSpc>
              <a:spcBef>
                <a:spcPts val="0"/>
              </a:spcBef>
              <a:spcAft>
                <a:spcPts val="0"/>
              </a:spcAft>
              <a:buClr>
                <a:srgbClr val="1D4ED8"/>
              </a:buClr>
              <a:buSzPts val="1133"/>
              <a:buFont typeface="IBM Plex Sans KR"/>
              <a:buNone/>
            </a:pPr>
            <a:r>
              <a:rPr sz="1133" b="1" i="0" u="none" strike="noStrike" cap="none">
                <a:solidFill>
                  <a:srgbClr val="1D4ED8"/>
                </a:solidFill>
                <a:latin typeface="IBM Plex Sans KR"/>
                <a:ea typeface="IBM Plex Sans KR"/>
                <a:cs typeface="IBM Plex Sans KR"/>
              </a:rPr>
              <a:t>구성요소</a:t>
            </a:r>
            <a:endParaRPr sz="1133" b="0" i="0" u="none" strike="noStrike" cap="none">
              <a:solidFill>
                <a:schemeClr val="dk1"/>
              </a:solidFill>
              <a:latin typeface="IBM Plex Sans KR"/>
              <a:ea typeface="IBM Plex Sans KR"/>
              <a:cs typeface="IBM Plex Sans KR"/>
            </a:endParaRPr>
          </a:p>
        </p:txBody>
      </p:sp>
      <p:sp>
        <p:nvSpPr>
          <p:cNvPr id="214" name="Google Shape;214;p9">
            <a:extLst xmlns:a="http://schemas.openxmlformats.org/drawingml/2006/main">
              <a:ext uri="{FF2B5EF4-FFF2-40B4-BE49-F238E27FC236}">
                <a16:creationId xmlns:a16="http://schemas.microsoft.com/office/drawing/2014/main" id="{ECF4A18E-CB2E-43E9-8D12-6A645982582B}"/>
              </a:ext>
            </a:extLst>
          </p:cNvPr>
          <p:cNvSpPr>
            <a:spLocks xmlns:a="http://schemas.openxmlformats.org/drawingml/2006/main" noGrp="1"/>
          </p:cNvSpPr>
          <p:nvPr/>
        </p:nvSpPr>
        <p:spPr>
          <a:xfrm xmlns:a="http://schemas.openxmlformats.org/drawingml/2006/main">
            <a:off x="1015940" y="1907828"/>
            <a:ext cx="4466245" cy="27561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fontScale="91569"/>
          </a:bodyPr>
          <a:lstStyle xmlns:a="http://schemas.openxmlformats.org/drawingml/2006/main">
            <a:defPPr algn="l">
              <a:defRPr sz="1317" b="1">
                <a:solidFill>
                  <a:srgbClr val="1D4ED8"/>
                </a:solidFill>
                <a:latin typeface="IBM Plex Sans KR"/>
                <a:ea typeface="IBM Plex Sans KR"/>
                <a:cs typeface="IBM Plex Sans KR"/>
              </a:defRPr>
            </a:defPPr>
            <a:lvl1pPr algn="l">
              <a:defRPr sz="1317" b="1">
                <a:solidFill>
                  <a:srgbClr val="1D4ED8"/>
                </a:solidFill>
                <a:latin typeface="IBM Plex Sans KR"/>
                <a:ea typeface="IBM Plex Sans KR"/>
                <a:cs typeface="IBM Plex Sans KR"/>
              </a:defRPr>
            </a:lvl1pPr>
            <a:lvl2pPr algn="l">
              <a:defRPr sz="1317" b="1">
                <a:solidFill>
                  <a:srgbClr val="1D4ED8"/>
                </a:solidFill>
                <a:latin typeface="IBM Plex Sans KR"/>
                <a:ea typeface="IBM Plex Sans KR"/>
                <a:cs typeface="IBM Plex Sans KR"/>
              </a:defRPr>
            </a:lvl2pPr>
            <a:lvl3pPr algn="l">
              <a:defRPr sz="1317" b="1">
                <a:solidFill>
                  <a:srgbClr val="1D4ED8"/>
                </a:solidFill>
                <a:latin typeface="IBM Plex Sans KR"/>
                <a:ea typeface="IBM Plex Sans KR"/>
                <a:cs typeface="IBM Plex Sans KR"/>
              </a:defRPr>
            </a:lvl3pPr>
            <a:lvl4pPr algn="l">
              <a:defRPr sz="1317" b="1">
                <a:solidFill>
                  <a:srgbClr val="1D4ED8"/>
                </a:solidFill>
                <a:latin typeface="IBM Plex Sans KR"/>
                <a:ea typeface="IBM Plex Sans KR"/>
                <a:cs typeface="IBM Plex Sans KR"/>
              </a:defRPr>
            </a:lvl4pPr>
            <a:lvl5pPr algn="l">
              <a:defRPr sz="1317" b="1">
                <a:solidFill>
                  <a:srgbClr val="1D4ED8"/>
                </a:solidFill>
                <a:latin typeface="IBM Plex Sans KR"/>
                <a:ea typeface="IBM Plex Sans KR"/>
                <a:cs typeface="IBM Plex Sans KR"/>
              </a:defRPr>
            </a:lvl5pPr>
            <a:lvl6pPr algn="l">
              <a:defRPr sz="1317" b="1">
                <a:solidFill>
                  <a:srgbClr val="1D4ED8"/>
                </a:solidFill>
                <a:latin typeface="IBM Plex Sans KR"/>
                <a:ea typeface="IBM Plex Sans KR"/>
                <a:cs typeface="IBM Plex Sans KR"/>
              </a:defRPr>
            </a:lvl6pPr>
            <a:lvl7pPr algn="l">
              <a:defRPr sz="1317" b="1">
                <a:solidFill>
                  <a:srgbClr val="1D4ED8"/>
                </a:solidFill>
                <a:latin typeface="IBM Plex Sans KR"/>
                <a:ea typeface="IBM Plex Sans KR"/>
                <a:cs typeface="IBM Plex Sans KR"/>
              </a:defRPr>
            </a:lvl7pPr>
            <a:lvl8pPr algn="l">
              <a:defRPr sz="1317" b="1">
                <a:solidFill>
                  <a:srgbClr val="1D4ED8"/>
                </a:solidFill>
                <a:latin typeface="IBM Plex Sans KR"/>
                <a:ea typeface="IBM Plex Sans KR"/>
                <a:cs typeface="IBM Plex Sans KR"/>
              </a:defRPr>
            </a:lvl8pPr>
            <a:lvl9pPr algn="l">
              <a:defRPr sz="1317" b="1">
                <a:solidFill>
                  <a:srgbClr val="1D4ED8"/>
                </a:solidFill>
                <a:latin typeface="IBM Plex Sans KR"/>
                <a:ea typeface="IBM Plex Sans KR"/>
                <a:cs typeface="IBM Plex Sans KR"/>
              </a:defRPr>
            </a:lvl9pPr>
          </a:lstStyle>
          <a:p xmlns:a="http://schemas.openxmlformats.org/drawingml/2006/main">
            <a:pPr marL="0" marR="0" lvl="0" indent="0" algn="l">
              <a:lnSpc>
                <a:spcPct val="149962"/>
              </a:lnSpc>
              <a:spcBef>
                <a:spcPts val="0"/>
              </a:spcBef>
              <a:spcAft>
                <a:spcPts val="0"/>
              </a:spcAft>
              <a:buClr>
                <a:srgbClr val="1D4ED8"/>
              </a:buClr>
              <a:buSzPts val="1317"/>
              <a:buFont typeface="IBM Plex Sans KR"/>
              <a:buNone/>
              <a:defRPr sz="1317" b="1">
                <a:solidFill>
                  <a:srgbClr val="1D4ED8"/>
                </a:solidFill>
                <a:latin typeface="IBM Plex Sans KR"/>
                <a:ea typeface="IBM Plex Sans KR"/>
                <a:cs typeface="IBM Plex Sans KR"/>
              </a:defRPr>
            </a:pPr>
            <a:r>
              <a:rPr sz="1317" b="1" i="0" u="none" strike="noStrike" cap="none">
                <a:solidFill>
                  <a:srgbClr val="1D4ED8"/>
                </a:solidFill>
                <a:latin typeface="IBM Plex Sans KR"/>
                <a:ea typeface="IBM Plex Sans KR"/>
                <a:cs typeface="IBM Plex Sans KR"/>
              </a:rPr>
              <a:t>검증된 사실만 선택하는 AI 설명</a:t>
            </a:r>
            <a:endParaRPr sz="1317" b="0" i="0" u="none" strike="noStrike" cap="none">
              <a:solidFill>
                <a:schemeClr val="dk1"/>
              </a:solidFill>
              <a:latin typeface="IBM Plex Sans KR"/>
              <a:ea typeface="IBM Plex Sans KR"/>
              <a:cs typeface="IBM Plex Sans KR"/>
            </a:endParaRPr>
          </a:p>
        </p:txBody>
      </p:sp>
      <p:sp>
        <p:nvSpPr>
          <p:cNvPr id="215" name="Google Shape;215;p9">
            <a:extLst xmlns:a="http://schemas.openxmlformats.org/drawingml/2006/main">
              <a:ext uri="{FF2B5EF4-FFF2-40B4-BE49-F238E27FC236}">
                <a16:creationId xmlns:a16="http://schemas.microsoft.com/office/drawing/2014/main" id="{E7444B9D-85C5-466A-B426-C0DC0EAD3474}"/>
              </a:ext>
            </a:extLst>
          </p:cNvPr>
          <p:cNvSpPr>
            <a:spLocks xmlns:a="http://schemas.openxmlformats.org/drawingml/2006/main" noGrp="1"/>
          </p:cNvSpPr>
          <p:nvPr/>
        </p:nvSpPr>
        <p:spPr>
          <a:xfrm xmlns:a="http://schemas.openxmlformats.org/drawingml/2006/main">
            <a:off x="812752" y="2437358"/>
            <a:ext cx="4742536" cy="829769"/>
          </a:xfrm>
          <a:prstGeom xmlns:a="http://schemas.openxmlformats.org/drawingml/2006/main" prst="roundRect">
            <a:avLst>
              <a:gd name="adj" fmla="val 12244"/>
            </a:avLst>
          </a:prstGeom>
          <a:solidFill xmlns:a="http://schemas.openxmlformats.org/drawingml/2006/main">
            <a:srgbClr val="EAF0FD"/>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16" name="Google Shape;216;p9">
            <a:extLst xmlns:a="http://schemas.openxmlformats.org/drawingml/2006/main">
              <a:ext uri="{FF2B5EF4-FFF2-40B4-BE49-F238E27FC236}">
                <a16:creationId xmlns:a16="http://schemas.microsoft.com/office/drawing/2014/main" id="{2B14E820-D3C1-44DE-BA05-379A1219602F}"/>
              </a:ext>
            </a:extLst>
          </p:cNvPr>
          <p:cNvSpPr>
            <a:spLocks xmlns:a="http://schemas.openxmlformats.org/drawingml/2006/main" noGrp="1"/>
          </p:cNvSpPr>
          <p:nvPr/>
        </p:nvSpPr>
        <p:spPr>
          <a:xfrm xmlns:a="http://schemas.openxmlformats.org/drawingml/2006/main">
            <a:off x="1015940" y="2615109"/>
            <a:ext cx="4466245" cy="22347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marR="0" lvl="0" indent="0" algn="l">
              <a:lnSpc>
                <a:spcPct val="130000"/>
              </a:lnSpc>
              <a:spcBef>
                <a:spcPts val="0"/>
              </a:spcBef>
              <a:spcAft>
                <a:spcPts val="0"/>
              </a:spcAft>
              <a:buClr>
                <a:srgbClr val="1D4ED8"/>
              </a:buClr>
              <a:buSzPts val="1200"/>
              <a:buFont typeface="IBM Plex Sans KR"/>
              <a:buNone/>
            </a:pPr>
            <a:r>
              <a:rPr sz="1200" b="1" i="0" u="none" strike="noStrike" cap="none">
                <a:solidFill>
                  <a:srgbClr val="1D4ED8"/>
                </a:solidFill>
                <a:latin typeface="IBM Plex Sans KR"/>
                <a:ea typeface="IBM Plex Sans KR"/>
                <a:cs typeface="IBM Plex Sans KR"/>
              </a:rPr>
              <a:t>설계 의도</a:t>
            </a:r>
            <a:endParaRPr sz="1200" b="0" i="0" u="none" strike="noStrike" cap="none">
              <a:solidFill>
                <a:schemeClr val="dk1"/>
              </a:solidFill>
              <a:latin typeface="IBM Plex Sans KR"/>
              <a:ea typeface="IBM Plex Sans KR"/>
              <a:cs typeface="IBM Plex Sans KR"/>
            </a:endParaRPr>
          </a:p>
        </p:txBody>
      </p:sp>
      <p:sp>
        <p:nvSpPr>
          <p:cNvPr id="217" name="Google Shape;217;p9">
            <a:extLst xmlns:a="http://schemas.openxmlformats.org/drawingml/2006/main">
              <a:ext uri="{FF2B5EF4-FFF2-40B4-BE49-F238E27FC236}">
                <a16:creationId xmlns:a16="http://schemas.microsoft.com/office/drawing/2014/main" id="{FB0154BB-7BD1-40B3-8DE6-F7CACF75252A}"/>
              </a:ext>
            </a:extLst>
          </p:cNvPr>
          <p:cNvSpPr>
            <a:spLocks xmlns:a="http://schemas.openxmlformats.org/drawingml/2006/main" noGrp="1"/>
          </p:cNvSpPr>
          <p:nvPr/>
        </p:nvSpPr>
        <p:spPr>
          <a:xfrm xmlns:a="http://schemas.openxmlformats.org/drawingml/2006/main">
            <a:off x="1015940" y="2851249"/>
            <a:ext cx="4466245" cy="2539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fontScale="92579"/>
          </a:bodyPr>
          <a:lstStyle xmlns:a="http://schemas.openxmlformats.org/drawingml/2006/main">
            <a:defPPr algn="l">
              <a:defRPr sz="1200">
                <a:solidFill>
                  <a:srgbClr val="1D4ED8"/>
                </a:solidFill>
                <a:latin typeface="IBM Plex Sans KR"/>
                <a:ea typeface="IBM Plex Sans KR"/>
                <a:cs typeface="IBM Plex Sans KR"/>
              </a:defRPr>
            </a:defPPr>
            <a:lvl1pPr algn="l">
              <a:defRPr sz="1200">
                <a:solidFill>
                  <a:srgbClr val="1D4ED8"/>
                </a:solidFill>
                <a:latin typeface="IBM Plex Sans KR"/>
                <a:ea typeface="IBM Plex Sans KR"/>
                <a:cs typeface="IBM Plex Sans KR"/>
              </a:defRPr>
            </a:lvl1pPr>
            <a:lvl2pPr algn="l">
              <a:defRPr sz="1200">
                <a:solidFill>
                  <a:srgbClr val="1D4ED8"/>
                </a:solidFill>
                <a:latin typeface="IBM Plex Sans KR"/>
                <a:ea typeface="IBM Plex Sans KR"/>
                <a:cs typeface="IBM Plex Sans KR"/>
              </a:defRPr>
            </a:lvl2pPr>
            <a:lvl3pPr algn="l">
              <a:defRPr sz="1200">
                <a:solidFill>
                  <a:srgbClr val="1D4ED8"/>
                </a:solidFill>
                <a:latin typeface="IBM Plex Sans KR"/>
                <a:ea typeface="IBM Plex Sans KR"/>
                <a:cs typeface="IBM Plex Sans KR"/>
              </a:defRPr>
            </a:lvl3pPr>
            <a:lvl4pPr algn="l">
              <a:defRPr sz="1200">
                <a:solidFill>
                  <a:srgbClr val="1D4ED8"/>
                </a:solidFill>
                <a:latin typeface="IBM Plex Sans KR"/>
                <a:ea typeface="IBM Plex Sans KR"/>
                <a:cs typeface="IBM Plex Sans KR"/>
              </a:defRPr>
            </a:lvl4pPr>
            <a:lvl5pPr algn="l">
              <a:defRPr sz="1200">
                <a:solidFill>
                  <a:srgbClr val="1D4ED8"/>
                </a:solidFill>
                <a:latin typeface="IBM Plex Sans KR"/>
                <a:ea typeface="IBM Plex Sans KR"/>
                <a:cs typeface="IBM Plex Sans KR"/>
              </a:defRPr>
            </a:lvl5pPr>
            <a:lvl6pPr algn="l">
              <a:defRPr sz="1200">
                <a:solidFill>
                  <a:srgbClr val="1D4ED8"/>
                </a:solidFill>
                <a:latin typeface="IBM Plex Sans KR"/>
                <a:ea typeface="IBM Plex Sans KR"/>
                <a:cs typeface="IBM Plex Sans KR"/>
              </a:defRPr>
            </a:lvl6pPr>
            <a:lvl7pPr algn="l">
              <a:defRPr sz="1200">
                <a:solidFill>
                  <a:srgbClr val="1D4ED8"/>
                </a:solidFill>
                <a:latin typeface="IBM Plex Sans KR"/>
                <a:ea typeface="IBM Plex Sans KR"/>
                <a:cs typeface="IBM Plex Sans KR"/>
              </a:defRPr>
            </a:lvl7pPr>
            <a:lvl8pPr algn="l">
              <a:defRPr sz="1200">
                <a:solidFill>
                  <a:srgbClr val="1D4ED8"/>
                </a:solidFill>
                <a:latin typeface="IBM Plex Sans KR"/>
                <a:ea typeface="IBM Plex Sans KR"/>
                <a:cs typeface="IBM Plex Sans KR"/>
              </a:defRPr>
            </a:lvl8pPr>
            <a:lvl9pPr algn="l">
              <a:defRPr sz="1200">
                <a:solidFill>
                  <a:srgbClr val="1D4ED8"/>
                </a:solidFill>
                <a:latin typeface="IBM Plex Sans KR"/>
                <a:ea typeface="IBM Plex Sans KR"/>
                <a:cs typeface="IBM Plex Sans KR"/>
              </a:defRPr>
            </a:lvl9pPr>
          </a:lstStyle>
          <a:p xmlns:a="http://schemas.openxmlformats.org/drawingml/2006/main">
            <a:pPr marL="0" marR="0" lvl="0" indent="0" algn="l">
              <a:lnSpc>
                <a:spcPct val="150000"/>
              </a:lnSpc>
              <a:spcBef>
                <a:spcPts val="0"/>
              </a:spcBef>
              <a:spcAft>
                <a:spcPts val="0"/>
              </a:spcAft>
              <a:buClr>
                <a:srgbClr val="1D4ED8"/>
              </a:buClr>
              <a:buSzPts val="1200"/>
              <a:buFont typeface="IBM Plex Sans KR"/>
              <a:buNone/>
              <a:defRPr sz="1200">
                <a:solidFill>
                  <a:srgbClr val="1D4ED8"/>
                </a:solidFill>
                <a:latin typeface="IBM Plex Sans KR"/>
                <a:ea typeface="IBM Plex Sans KR"/>
                <a:cs typeface="IBM Plex Sans KR"/>
              </a:defRPr>
            </a:pPr>
            <a:r>
              <a:rPr sz="1200" b="0" i="0" u="none" strike="noStrike" cap="none">
                <a:solidFill>
                  <a:srgbClr val="1D4ED8"/>
                </a:solidFill>
                <a:latin typeface="IBM Plex Sans KR"/>
                <a:ea typeface="IBM Plex Sans KR"/>
                <a:cs typeface="IBM Plex Sans KR"/>
              </a:rPr>
              <a:t>학점·현재 판정·주의 조건을 유지</a:t>
            </a:r>
            <a:endParaRPr sz="1200" b="0" i="0" u="none" strike="noStrike" cap="none">
              <a:solidFill>
                <a:schemeClr val="dk1"/>
              </a:solidFill>
              <a:latin typeface="IBM Plex Sans KR"/>
              <a:ea typeface="IBM Plex Sans KR"/>
              <a:cs typeface="IBM Plex Sans KR"/>
            </a:endParaRPr>
          </a:p>
        </p:txBody>
      </p:sp>
      <p:sp>
        <p:nvSpPr>
          <p:cNvPr id="218" name="Google Shape;218;p9">
            <a:extLst xmlns:a="http://schemas.openxmlformats.org/drawingml/2006/main">
              <a:ext uri="{FF2B5EF4-FFF2-40B4-BE49-F238E27FC236}">
                <a16:creationId xmlns:a16="http://schemas.microsoft.com/office/drawing/2014/main" id="{9FEB8136-4C23-466F-953D-FFF2DB53498F}"/>
              </a:ext>
            </a:extLst>
          </p:cNvPr>
          <p:cNvSpPr>
            <a:spLocks xmlns:a="http://schemas.openxmlformats.org/drawingml/2006/main" noGrp="1"/>
          </p:cNvSpPr>
          <p:nvPr/>
        </p:nvSpPr>
        <p:spPr>
          <a:xfrm xmlns:a="http://schemas.openxmlformats.org/drawingml/2006/main">
            <a:off x="812752" y="3368687"/>
            <a:ext cx="4742536" cy="829709"/>
          </a:xfrm>
          <a:prstGeom xmlns:a="http://schemas.openxmlformats.org/drawingml/2006/main" prst="roundRect">
            <a:avLst>
              <a:gd name="adj" fmla="val 12245"/>
            </a:avLst>
          </a:prstGeom>
          <a:solidFill xmlns:a="http://schemas.openxmlformats.org/drawingml/2006/main">
            <a:srgbClr val="EAF0FD"/>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19" name="Google Shape;219;p9">
            <a:extLst xmlns:a="http://schemas.openxmlformats.org/drawingml/2006/main">
              <a:ext uri="{FF2B5EF4-FFF2-40B4-BE49-F238E27FC236}">
                <a16:creationId xmlns:a16="http://schemas.microsoft.com/office/drawing/2014/main" id="{D3446614-264C-4219-9F20-83B0543D08CA}"/>
              </a:ext>
            </a:extLst>
          </p:cNvPr>
          <p:cNvSpPr>
            <a:spLocks xmlns:a="http://schemas.openxmlformats.org/drawingml/2006/main" noGrp="1"/>
          </p:cNvSpPr>
          <p:nvPr/>
        </p:nvSpPr>
        <p:spPr>
          <a:xfrm xmlns:a="http://schemas.openxmlformats.org/drawingml/2006/main">
            <a:off x="1015940" y="3546444"/>
            <a:ext cx="4466245" cy="22347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marR="0" lvl="0" indent="0" algn="l">
              <a:lnSpc>
                <a:spcPct val="130000"/>
              </a:lnSpc>
              <a:spcBef>
                <a:spcPts val="0"/>
              </a:spcBef>
              <a:spcAft>
                <a:spcPts val="0"/>
              </a:spcAft>
              <a:buClr>
                <a:srgbClr val="1D4ED8"/>
              </a:buClr>
              <a:buSzPts val="1200"/>
              <a:buFont typeface="IBM Plex Sans KR"/>
              <a:buNone/>
            </a:pPr>
            <a:r>
              <a:rPr sz="1200" b="1" i="0" u="none" strike="noStrike" cap="none">
                <a:solidFill>
                  <a:srgbClr val="1D4ED8"/>
                </a:solidFill>
                <a:latin typeface="IBM Plex Sans KR"/>
                <a:ea typeface="IBM Plex Sans KR"/>
                <a:cs typeface="IBM Plex Sans KR"/>
              </a:rPr>
              <a:t>구현 방식</a:t>
            </a:r>
            <a:endParaRPr sz="1200" b="0" i="0" u="none" strike="noStrike" cap="none">
              <a:solidFill>
                <a:schemeClr val="dk1"/>
              </a:solidFill>
              <a:latin typeface="IBM Plex Sans KR"/>
              <a:ea typeface="IBM Plex Sans KR"/>
              <a:cs typeface="IBM Plex Sans KR"/>
            </a:endParaRPr>
          </a:p>
        </p:txBody>
      </p:sp>
      <p:sp>
        <p:nvSpPr>
          <p:cNvPr id="220" name="Google Shape;220;p9">
            <a:extLst xmlns:a="http://schemas.openxmlformats.org/drawingml/2006/main">
              <a:ext uri="{FF2B5EF4-FFF2-40B4-BE49-F238E27FC236}">
                <a16:creationId xmlns:a16="http://schemas.microsoft.com/office/drawing/2014/main" id="{1100D15F-6F86-4A1D-80FD-474300D13FC7}"/>
              </a:ext>
            </a:extLst>
          </p:cNvPr>
          <p:cNvSpPr>
            <a:spLocks xmlns:a="http://schemas.openxmlformats.org/drawingml/2006/main" noGrp="1"/>
          </p:cNvSpPr>
          <p:nvPr/>
        </p:nvSpPr>
        <p:spPr>
          <a:xfrm xmlns:a="http://schemas.openxmlformats.org/drawingml/2006/main">
            <a:off x="1015940" y="3782585"/>
            <a:ext cx="4466245" cy="2539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fontScale="92579"/>
          </a:bodyPr>
          <a:lstStyle xmlns:a="http://schemas.openxmlformats.org/drawingml/2006/main">
            <a:defPPr algn="l">
              <a:defRPr sz="1200">
                <a:solidFill>
                  <a:srgbClr val="1D4ED8"/>
                </a:solidFill>
                <a:latin typeface="IBM Plex Sans KR"/>
                <a:ea typeface="IBM Plex Sans KR"/>
                <a:cs typeface="IBM Plex Sans KR"/>
              </a:defRPr>
            </a:defPPr>
            <a:lvl1pPr algn="l">
              <a:defRPr sz="1200">
                <a:solidFill>
                  <a:srgbClr val="1D4ED8"/>
                </a:solidFill>
                <a:latin typeface="IBM Plex Sans KR"/>
                <a:ea typeface="IBM Plex Sans KR"/>
                <a:cs typeface="IBM Plex Sans KR"/>
              </a:defRPr>
            </a:lvl1pPr>
            <a:lvl2pPr algn="l">
              <a:defRPr sz="1200">
                <a:solidFill>
                  <a:srgbClr val="1D4ED8"/>
                </a:solidFill>
                <a:latin typeface="IBM Plex Sans KR"/>
                <a:ea typeface="IBM Plex Sans KR"/>
                <a:cs typeface="IBM Plex Sans KR"/>
              </a:defRPr>
            </a:lvl2pPr>
            <a:lvl3pPr algn="l">
              <a:defRPr sz="1200">
                <a:solidFill>
                  <a:srgbClr val="1D4ED8"/>
                </a:solidFill>
                <a:latin typeface="IBM Plex Sans KR"/>
                <a:ea typeface="IBM Plex Sans KR"/>
                <a:cs typeface="IBM Plex Sans KR"/>
              </a:defRPr>
            </a:lvl3pPr>
            <a:lvl4pPr algn="l">
              <a:defRPr sz="1200">
                <a:solidFill>
                  <a:srgbClr val="1D4ED8"/>
                </a:solidFill>
                <a:latin typeface="IBM Plex Sans KR"/>
                <a:ea typeface="IBM Plex Sans KR"/>
                <a:cs typeface="IBM Plex Sans KR"/>
              </a:defRPr>
            </a:lvl4pPr>
            <a:lvl5pPr algn="l">
              <a:defRPr sz="1200">
                <a:solidFill>
                  <a:srgbClr val="1D4ED8"/>
                </a:solidFill>
                <a:latin typeface="IBM Plex Sans KR"/>
                <a:ea typeface="IBM Plex Sans KR"/>
                <a:cs typeface="IBM Plex Sans KR"/>
              </a:defRPr>
            </a:lvl5pPr>
            <a:lvl6pPr algn="l">
              <a:defRPr sz="1200">
                <a:solidFill>
                  <a:srgbClr val="1D4ED8"/>
                </a:solidFill>
                <a:latin typeface="IBM Plex Sans KR"/>
                <a:ea typeface="IBM Plex Sans KR"/>
                <a:cs typeface="IBM Plex Sans KR"/>
              </a:defRPr>
            </a:lvl6pPr>
            <a:lvl7pPr algn="l">
              <a:defRPr sz="1200">
                <a:solidFill>
                  <a:srgbClr val="1D4ED8"/>
                </a:solidFill>
                <a:latin typeface="IBM Plex Sans KR"/>
                <a:ea typeface="IBM Plex Sans KR"/>
                <a:cs typeface="IBM Plex Sans KR"/>
              </a:defRPr>
            </a:lvl7pPr>
            <a:lvl8pPr algn="l">
              <a:defRPr sz="1200">
                <a:solidFill>
                  <a:srgbClr val="1D4ED8"/>
                </a:solidFill>
                <a:latin typeface="IBM Plex Sans KR"/>
                <a:ea typeface="IBM Plex Sans KR"/>
                <a:cs typeface="IBM Plex Sans KR"/>
              </a:defRPr>
            </a:lvl8pPr>
            <a:lvl9pPr algn="l">
              <a:defRPr sz="1200">
                <a:solidFill>
                  <a:srgbClr val="1D4ED8"/>
                </a:solidFill>
                <a:latin typeface="IBM Plex Sans KR"/>
                <a:ea typeface="IBM Plex Sans KR"/>
                <a:cs typeface="IBM Plex Sans KR"/>
              </a:defRPr>
            </a:lvl9pPr>
          </a:lstStyle>
          <a:p xmlns:a="http://schemas.openxmlformats.org/drawingml/2006/main">
            <a:pPr marL="0" marR="0" lvl="0" indent="0" algn="l">
              <a:lnSpc>
                <a:spcPct val="150000"/>
              </a:lnSpc>
              <a:spcBef>
                <a:spcPts val="0"/>
              </a:spcBef>
              <a:spcAft>
                <a:spcPts val="0"/>
              </a:spcAft>
              <a:buClr>
                <a:srgbClr val="1D4ED8"/>
              </a:buClr>
              <a:buSzPts val="1200"/>
              <a:buFont typeface="IBM Plex Sans KR"/>
              <a:buNone/>
              <a:defRPr sz="1200">
                <a:solidFill>
                  <a:srgbClr val="1D4ED8"/>
                </a:solidFill>
                <a:latin typeface="IBM Plex Sans KR"/>
                <a:ea typeface="IBM Plex Sans KR"/>
                <a:cs typeface="IBM Plex Sans KR"/>
              </a:defRPr>
            </a:pPr>
            <a:r>
              <a:rPr sz="1200" b="0" i="0" u="none" strike="noStrike" cap="none">
                <a:solidFill>
                  <a:srgbClr val="1D4ED8"/>
                </a:solidFill>
                <a:latin typeface="IBM Plex Sans KR"/>
                <a:ea typeface="IBM Plex Sans KR"/>
                <a:cs typeface="IBM Plex Sans KR"/>
              </a:rPr>
              <a:t>코드 계산 + Pydantic 사실 ID 검증</a:t>
            </a:r>
            <a:endParaRPr sz="1200" b="0" i="0" u="none" strike="noStrike" cap="none">
              <a:solidFill>
                <a:schemeClr val="dk1"/>
              </a:solidFill>
              <a:latin typeface="IBM Plex Sans KR"/>
              <a:ea typeface="IBM Plex Sans KR"/>
              <a:cs typeface="IBM Plex Sans KR"/>
            </a:endParaRPr>
          </a:p>
        </p:txBody>
      </p:sp>
      <p:sp>
        <p:nvSpPr>
          <p:cNvPr id="221" name="Google Shape;221;p9">
            <a:extLst xmlns:a="http://schemas.openxmlformats.org/drawingml/2006/main">
              <a:ext uri="{FF2B5EF4-FFF2-40B4-BE49-F238E27FC236}">
                <a16:creationId xmlns:a16="http://schemas.microsoft.com/office/drawing/2014/main" id="{51283401-0E2F-42F3-AD95-01A7394A49FE}"/>
              </a:ext>
            </a:extLst>
          </p:cNvPr>
          <p:cNvSpPr>
            <a:spLocks xmlns:a="http://schemas.openxmlformats.org/drawingml/2006/main" noGrp="1"/>
          </p:cNvSpPr>
          <p:nvPr/>
        </p:nvSpPr>
        <p:spPr>
          <a:xfrm xmlns:a="http://schemas.openxmlformats.org/drawingml/2006/main">
            <a:off x="812752" y="4299961"/>
            <a:ext cx="4742536" cy="829709"/>
          </a:xfrm>
          <a:prstGeom xmlns:a="http://schemas.openxmlformats.org/drawingml/2006/main" prst="roundRect">
            <a:avLst>
              <a:gd name="adj" fmla="val 12245"/>
            </a:avLst>
          </a:prstGeom>
          <a:solidFill xmlns:a="http://schemas.openxmlformats.org/drawingml/2006/main">
            <a:srgbClr val="EAF0FD"/>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22" name="Google Shape;222;p9">
            <a:extLst xmlns:a="http://schemas.openxmlformats.org/drawingml/2006/main">
              <a:ext uri="{FF2B5EF4-FFF2-40B4-BE49-F238E27FC236}">
                <a16:creationId xmlns:a16="http://schemas.microsoft.com/office/drawing/2014/main" id="{7C130359-709F-4D55-8B2A-37EAB91F4493}"/>
              </a:ext>
            </a:extLst>
          </p:cNvPr>
          <p:cNvSpPr>
            <a:spLocks xmlns:a="http://schemas.openxmlformats.org/drawingml/2006/main" noGrp="1"/>
          </p:cNvSpPr>
          <p:nvPr/>
        </p:nvSpPr>
        <p:spPr>
          <a:xfrm xmlns:a="http://schemas.openxmlformats.org/drawingml/2006/main">
            <a:off x="1015940" y="4477711"/>
            <a:ext cx="4466245" cy="22347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marR="0" lvl="0" indent="0" algn="l">
              <a:lnSpc>
                <a:spcPct val="130000"/>
              </a:lnSpc>
              <a:spcBef>
                <a:spcPts val="0"/>
              </a:spcBef>
              <a:spcAft>
                <a:spcPts val="0"/>
              </a:spcAft>
              <a:buClr>
                <a:srgbClr val="1D4ED8"/>
              </a:buClr>
              <a:buSzPts val="1200"/>
              <a:buFont typeface="IBM Plex Sans KR"/>
              <a:buNone/>
            </a:pPr>
            <a:r>
              <a:rPr sz="1200" b="1" i="0" u="none" strike="noStrike" cap="none">
                <a:solidFill>
                  <a:srgbClr val="1D4ED8"/>
                </a:solidFill>
                <a:latin typeface="IBM Plex Sans KR"/>
                <a:ea typeface="IBM Plex Sans KR"/>
                <a:cs typeface="IBM Plex Sans KR"/>
              </a:rPr>
              <a:t>결과·배운 점</a:t>
            </a:r>
            <a:endParaRPr sz="1200" b="0" i="0" u="none" strike="noStrike" cap="none">
              <a:solidFill>
                <a:schemeClr val="dk1"/>
              </a:solidFill>
              <a:latin typeface="IBM Plex Sans KR"/>
              <a:ea typeface="IBM Plex Sans KR"/>
              <a:cs typeface="IBM Plex Sans KR"/>
            </a:endParaRPr>
          </a:p>
        </p:txBody>
      </p:sp>
      <p:sp>
        <p:nvSpPr>
          <p:cNvPr id="223" name="Google Shape;223;p9">
            <a:extLst xmlns:a="http://schemas.openxmlformats.org/drawingml/2006/main">
              <a:ext uri="{FF2B5EF4-FFF2-40B4-BE49-F238E27FC236}">
                <a16:creationId xmlns:a16="http://schemas.microsoft.com/office/drawing/2014/main" id="{CD59F279-017C-478A-A489-EC09A4C2BF7B}"/>
              </a:ext>
            </a:extLst>
          </p:cNvPr>
          <p:cNvSpPr>
            <a:spLocks xmlns:a="http://schemas.openxmlformats.org/drawingml/2006/main" noGrp="1"/>
          </p:cNvSpPr>
          <p:nvPr/>
        </p:nvSpPr>
        <p:spPr>
          <a:xfrm xmlns:a="http://schemas.openxmlformats.org/drawingml/2006/main">
            <a:off x="1015940" y="4713852"/>
            <a:ext cx="4466245" cy="2539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fontScale="92579"/>
          </a:bodyPr>
          <a:lstStyle xmlns:a="http://schemas.openxmlformats.org/drawingml/2006/main">
            <a:defPPr algn="l">
              <a:defRPr sz="1200">
                <a:solidFill>
                  <a:srgbClr val="1D4ED8"/>
                </a:solidFill>
                <a:latin typeface="IBM Plex Sans KR"/>
                <a:ea typeface="IBM Plex Sans KR"/>
                <a:cs typeface="IBM Plex Sans KR"/>
              </a:defRPr>
            </a:defPPr>
            <a:lvl1pPr algn="l">
              <a:defRPr sz="1200">
                <a:solidFill>
                  <a:srgbClr val="1D4ED8"/>
                </a:solidFill>
                <a:latin typeface="IBM Plex Sans KR"/>
                <a:ea typeface="IBM Plex Sans KR"/>
                <a:cs typeface="IBM Plex Sans KR"/>
              </a:defRPr>
            </a:lvl1pPr>
            <a:lvl2pPr algn="l">
              <a:defRPr sz="1200">
                <a:solidFill>
                  <a:srgbClr val="1D4ED8"/>
                </a:solidFill>
                <a:latin typeface="IBM Plex Sans KR"/>
                <a:ea typeface="IBM Plex Sans KR"/>
                <a:cs typeface="IBM Plex Sans KR"/>
              </a:defRPr>
            </a:lvl2pPr>
            <a:lvl3pPr algn="l">
              <a:defRPr sz="1200">
                <a:solidFill>
                  <a:srgbClr val="1D4ED8"/>
                </a:solidFill>
                <a:latin typeface="IBM Plex Sans KR"/>
                <a:ea typeface="IBM Plex Sans KR"/>
                <a:cs typeface="IBM Plex Sans KR"/>
              </a:defRPr>
            </a:lvl3pPr>
            <a:lvl4pPr algn="l">
              <a:defRPr sz="1200">
                <a:solidFill>
                  <a:srgbClr val="1D4ED8"/>
                </a:solidFill>
                <a:latin typeface="IBM Plex Sans KR"/>
                <a:ea typeface="IBM Plex Sans KR"/>
                <a:cs typeface="IBM Plex Sans KR"/>
              </a:defRPr>
            </a:lvl4pPr>
            <a:lvl5pPr algn="l">
              <a:defRPr sz="1200">
                <a:solidFill>
                  <a:srgbClr val="1D4ED8"/>
                </a:solidFill>
                <a:latin typeface="IBM Plex Sans KR"/>
                <a:ea typeface="IBM Plex Sans KR"/>
                <a:cs typeface="IBM Plex Sans KR"/>
              </a:defRPr>
            </a:lvl5pPr>
            <a:lvl6pPr algn="l">
              <a:defRPr sz="1200">
                <a:solidFill>
                  <a:srgbClr val="1D4ED8"/>
                </a:solidFill>
                <a:latin typeface="IBM Plex Sans KR"/>
                <a:ea typeface="IBM Plex Sans KR"/>
                <a:cs typeface="IBM Plex Sans KR"/>
              </a:defRPr>
            </a:lvl6pPr>
            <a:lvl7pPr algn="l">
              <a:defRPr sz="1200">
                <a:solidFill>
                  <a:srgbClr val="1D4ED8"/>
                </a:solidFill>
                <a:latin typeface="IBM Plex Sans KR"/>
                <a:ea typeface="IBM Plex Sans KR"/>
                <a:cs typeface="IBM Plex Sans KR"/>
              </a:defRPr>
            </a:lvl7pPr>
            <a:lvl8pPr algn="l">
              <a:defRPr sz="1200">
                <a:solidFill>
                  <a:srgbClr val="1D4ED8"/>
                </a:solidFill>
                <a:latin typeface="IBM Plex Sans KR"/>
                <a:ea typeface="IBM Plex Sans KR"/>
                <a:cs typeface="IBM Plex Sans KR"/>
              </a:defRPr>
            </a:lvl8pPr>
            <a:lvl9pPr algn="l">
              <a:defRPr sz="1200">
                <a:solidFill>
                  <a:srgbClr val="1D4ED8"/>
                </a:solidFill>
                <a:latin typeface="IBM Plex Sans KR"/>
                <a:ea typeface="IBM Plex Sans KR"/>
                <a:cs typeface="IBM Plex Sans KR"/>
              </a:defRPr>
            </a:lvl9pPr>
          </a:lstStyle>
          <a:p xmlns:a="http://schemas.openxmlformats.org/drawingml/2006/main">
            <a:pPr marL="0" marR="0" lvl="0" indent="0" algn="l">
              <a:lnSpc>
                <a:spcPct val="150000"/>
              </a:lnSpc>
              <a:spcBef>
                <a:spcPts val="0"/>
              </a:spcBef>
              <a:spcAft>
                <a:spcPts val="0"/>
              </a:spcAft>
              <a:buClr>
                <a:srgbClr val="1D4ED8"/>
              </a:buClr>
              <a:buSzPts val="1200"/>
              <a:buFont typeface="IBM Plex Sans KR"/>
              <a:buNone/>
              <a:defRPr sz="1200">
                <a:solidFill>
                  <a:srgbClr val="1D4ED8"/>
                </a:solidFill>
                <a:latin typeface="IBM Plex Sans KR"/>
                <a:ea typeface="IBM Plex Sans KR"/>
                <a:cs typeface="IBM Plex Sans KR"/>
              </a:defRPr>
            </a:pPr>
            <a:r>
              <a:rPr sz="1200" b="0" i="0" u="none" strike="noStrike" cap="none">
                <a:solidFill>
                  <a:srgbClr val="1D4ED8"/>
                </a:solidFill>
                <a:latin typeface="IBM Plex Sans KR"/>
                <a:ea typeface="IBM Plex Sans KR"/>
                <a:cs typeface="IBM Plex Sans KR"/>
              </a:rPr>
              <a:t>자유 문장 생성에 따른 숫자 변경 방지</a:t>
            </a:r>
            <a:endParaRPr sz="1200" b="0" i="0" u="none" strike="noStrike" cap="none">
              <a:solidFill>
                <a:schemeClr val="dk1"/>
              </a:solidFill>
              <a:latin typeface="IBM Plex Sans KR"/>
              <a:ea typeface="IBM Plex Sans KR"/>
              <a:cs typeface="IBM Plex Sans KR"/>
            </a:endParaRPr>
          </a:p>
        </p:txBody>
      </p:sp>
      <p:sp>
        <p:nvSpPr>
          <p:cNvPr id="224" name="Google Shape;224;p9">
            <a:extLst xmlns:a="http://schemas.openxmlformats.org/drawingml/2006/main">
              <a:ext uri="{FF2B5EF4-FFF2-40B4-BE49-F238E27FC236}">
                <a16:creationId xmlns:a16="http://schemas.microsoft.com/office/drawing/2014/main" id="{8444827D-AAF5-4C0A-8C6C-A9EF4FE203E9}"/>
              </a:ext>
            </a:extLst>
          </p:cNvPr>
          <p:cNvSpPr>
            <a:spLocks xmlns:a="http://schemas.openxmlformats.org/drawingml/2006/main" noGrp="1"/>
          </p:cNvSpPr>
          <p:nvPr/>
        </p:nvSpPr>
        <p:spPr>
          <a:xfrm xmlns:a="http://schemas.openxmlformats.org/drawingml/2006/main">
            <a:off x="5739389" y="1512435"/>
            <a:ext cx="5633508" cy="3610889"/>
          </a:xfrm>
          <a:prstGeom xmlns:a="http://schemas.openxmlformats.org/drawingml/2006/main" prst="roundRect">
            <a:avLst>
              <a:gd name="adj" fmla="val 2638"/>
            </a:avLst>
          </a:prstGeom>
          <a:solidFill xmlns:a="http://schemas.openxmlformats.org/drawingml/2006/main">
            <a:srgbClr val="EAF0FD"/>
          </a:solidFill>
          <a:ln xmlns:a="http://schemas.openxmlformats.org/drawingml/2006/main" w="12700" cap="flat" cmpd="sng">
            <a:solidFill>
              <a:srgbClr val="CBD5E1"/>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25" name="Google Shape;225;p9">
            <a:extLst xmlns:a="http://schemas.openxmlformats.org/drawingml/2006/main">
              <a:ext uri="{FF2B5EF4-FFF2-40B4-BE49-F238E27FC236}">
                <a16:creationId xmlns:a16="http://schemas.microsoft.com/office/drawing/2014/main" id="{FE2250D3-601A-4195-B6BA-6841FE34DFDD}"/>
              </a:ext>
            </a:extLst>
          </p:cNvPr>
          <p:cNvSpPr>
            <a:spLocks xmlns:a="http://schemas.openxmlformats.org/drawingml/2006/main" noGrp="1"/>
          </p:cNvSpPr>
          <p:nvPr/>
        </p:nvSpPr>
        <p:spPr>
          <a:xfrm xmlns:a="http://schemas.openxmlformats.org/drawingml/2006/main">
            <a:off x="6096000" y="2333625"/>
            <a:ext cx="5143500" cy="1809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fontScale="100000"/>
          </a:bodyPr>
          <a:lstStyle xmlns:a="http://schemas.openxmlformats.org/drawingml/2006/main">
            <a:defPPr algn="l">
              <a:defRPr sz="1200" b="0">
                <a:solidFill>
                  <a:srgbClr val="222831"/>
                </a:solidFill>
                <a:latin typeface="IBM Plex Sans KR"/>
                <a:ea typeface="IBM Plex Sans KR"/>
                <a:cs typeface="IBM Plex Sans KR"/>
              </a:defRPr>
            </a:defPPr>
            <a:lvl1pPr algn="l">
              <a:defRPr sz="1200" b="0">
                <a:solidFill>
                  <a:srgbClr val="222831"/>
                </a:solidFill>
                <a:latin typeface="IBM Plex Sans KR"/>
                <a:ea typeface="IBM Plex Sans KR"/>
                <a:cs typeface="IBM Plex Sans KR"/>
              </a:defRPr>
            </a:lvl1pPr>
            <a:lvl2pPr algn="l">
              <a:defRPr sz="1200" b="0">
                <a:solidFill>
                  <a:srgbClr val="222831"/>
                </a:solidFill>
                <a:latin typeface="IBM Plex Sans KR"/>
                <a:ea typeface="IBM Plex Sans KR"/>
                <a:cs typeface="IBM Plex Sans KR"/>
              </a:defRPr>
            </a:lvl2pPr>
            <a:lvl3pPr algn="l">
              <a:defRPr sz="1200" b="0">
                <a:solidFill>
                  <a:srgbClr val="222831"/>
                </a:solidFill>
                <a:latin typeface="IBM Plex Sans KR"/>
                <a:ea typeface="IBM Plex Sans KR"/>
                <a:cs typeface="IBM Plex Sans KR"/>
              </a:defRPr>
            </a:lvl3pPr>
            <a:lvl4pPr algn="l">
              <a:defRPr sz="1200" b="0">
                <a:solidFill>
                  <a:srgbClr val="222831"/>
                </a:solidFill>
                <a:latin typeface="IBM Plex Sans KR"/>
                <a:ea typeface="IBM Plex Sans KR"/>
                <a:cs typeface="IBM Plex Sans KR"/>
              </a:defRPr>
            </a:lvl4pPr>
            <a:lvl5pPr algn="l">
              <a:defRPr sz="1200" b="0">
                <a:solidFill>
                  <a:srgbClr val="222831"/>
                </a:solidFill>
                <a:latin typeface="IBM Plex Sans KR"/>
                <a:ea typeface="IBM Plex Sans KR"/>
                <a:cs typeface="IBM Plex Sans KR"/>
              </a:defRPr>
            </a:lvl5pPr>
            <a:lvl6pPr algn="l">
              <a:defRPr sz="1200" b="0">
                <a:solidFill>
                  <a:srgbClr val="222831"/>
                </a:solidFill>
                <a:latin typeface="IBM Plex Sans KR"/>
                <a:ea typeface="IBM Plex Sans KR"/>
                <a:cs typeface="IBM Plex Sans KR"/>
              </a:defRPr>
            </a:lvl6pPr>
            <a:lvl7pPr algn="l">
              <a:defRPr sz="1200" b="0">
                <a:solidFill>
                  <a:srgbClr val="222831"/>
                </a:solidFill>
                <a:latin typeface="IBM Plex Sans KR"/>
                <a:ea typeface="IBM Plex Sans KR"/>
                <a:cs typeface="IBM Plex Sans KR"/>
              </a:defRPr>
            </a:lvl7pPr>
            <a:lvl8pPr algn="l">
              <a:defRPr sz="1200" b="0">
                <a:solidFill>
                  <a:srgbClr val="222831"/>
                </a:solidFill>
                <a:latin typeface="IBM Plex Sans KR"/>
                <a:ea typeface="IBM Plex Sans KR"/>
                <a:cs typeface="IBM Plex Sans KR"/>
              </a:defRPr>
            </a:lvl8pPr>
            <a:lvl9pPr algn="l">
              <a:defRPr sz="1200" b="0">
                <a:solidFill>
                  <a:srgbClr val="222831"/>
                </a:solidFill>
                <a:latin typeface="IBM Plex Sans KR"/>
                <a:ea typeface="IBM Plex Sans KR"/>
                <a:cs typeface="IBM Plex Sans KR"/>
              </a:defRPr>
            </a:lvl9pPr>
          </a:lstStyle>
          <a:p xmlns:a="http://schemas.openxmlformats.org/drawingml/2006/main">
            <a:pPr marL="0" marR="0" lvl="0" indent="0" algn="l">
              <a:lnSpc>
                <a:spcPct val="145000"/>
              </a:lnSpc>
              <a:spcBef>
                <a:spcPts val="0"/>
              </a:spcBef>
              <a:spcAft>
                <a:spcPts val="0"/>
              </a:spcAft>
              <a:buClr>
                <a:srgbClr val="1D4ED8"/>
              </a:buClr>
              <a:buSzPts val="1400"/>
              <a:buFont typeface="IBM Plex Sans KR"/>
              <a:buNone/>
              <a:defRPr sz="1200" b="0">
                <a:solidFill>
                  <a:srgbClr val="222831"/>
                </a:solidFill>
                <a:latin typeface="IBM Plex Sans KR"/>
                <a:ea typeface="IBM Plex Sans KR"/>
                <a:cs typeface="IBM Plex Sans KR"/>
              </a:defRPr>
            </a:pPr>
            <a:r>
              <a:rPr sz="1200" b="0" i="0" u="none" strike="noStrike" cap="none">
                <a:solidFill>
                  <a:srgbClr val="222831"/>
                </a:solidFill>
                <a:latin typeface="IBM Plex Sans KR"/>
                <a:ea typeface="IBM Plex Sans KR"/>
                <a:cs typeface="IBM Plex Sans KR"/>
              </a:rPr>
              <a:t>selected = schema.fact_ids</a:t>
            </a:r>
            <a:endParaRPr sz="1400" b="0" i="0" u="none" strike="noStrike" cap="none">
              <a:solidFill>
                <a:schemeClr val="dk1"/>
              </a:solidFill>
              <a:latin typeface="IBM Plex Sans KR"/>
              <a:ea typeface="IBM Plex Sans KR"/>
              <a:cs typeface="IBM Plex Sans KR"/>
            </a:endParaRPr>
          </a:p>
          <a:p xmlns:a="http://schemas.openxmlformats.org/drawingml/2006/main">
            <a:pPr marL="0" marR="0" lvl="0" indent="0" algn="l">
              <a:lnSpc>
                <a:spcPct val="145000"/>
              </a:lnSpc>
              <a:spcBef>
                <a:spcPts val="0"/>
              </a:spcBef>
              <a:spcAft>
                <a:spcPts val="0"/>
              </a:spcAft>
              <a:buClr>
                <a:srgbClr val="1D4ED8"/>
              </a:buClr>
              <a:buSzPts val="1400"/>
              <a:buFont typeface="IBM Plex Sans KR"/>
              <a:buNone/>
              <a:defRPr sz="1200" b="0">
                <a:solidFill>
                  <a:srgbClr val="222831"/>
                </a:solidFill>
                <a:latin typeface="IBM Plex Sans KR"/>
                <a:ea typeface="IBM Plex Sans KR"/>
                <a:cs typeface="IBM Plex Sans KR"/>
              </a:defRPr>
            </a:pPr>
            <a:r>
              <a:rPr sz="1200" b="0" i="0" u="none" strike="noStrike" cap="none">
                <a:solidFill>
                  <a:srgbClr val="222831"/>
                </a:solidFill>
                <a:latin typeface="IBM Plex Sans KR"/>
                <a:ea typeface="IBM Plex Sans KR"/>
                <a:cs typeface="IBM Plex Sans KR"/>
              </a:rPr>
              <a:t>if any(key not in facts for key in selected):</a:t>
            </a:r>
            <a:endParaRPr sz="1400" b="0" i="0" u="none" strike="noStrike" cap="none">
              <a:solidFill>
                <a:schemeClr val="dk1"/>
              </a:solidFill>
              <a:latin typeface="IBM Plex Sans KR"/>
              <a:ea typeface="IBM Plex Sans KR"/>
              <a:cs typeface="IBM Plex Sans KR"/>
            </a:endParaRPr>
          </a:p>
          <a:p xmlns:a="http://schemas.openxmlformats.org/drawingml/2006/main">
            <a:pPr marL="0" marR="0" lvl="0" indent="0" algn="l">
              <a:lnSpc>
                <a:spcPct val="145000"/>
              </a:lnSpc>
              <a:spcBef>
                <a:spcPts val="0"/>
              </a:spcBef>
              <a:spcAft>
                <a:spcPts val="0"/>
              </a:spcAft>
              <a:buClr>
                <a:srgbClr val="1D4ED8"/>
              </a:buClr>
              <a:buSzPts val="1400"/>
              <a:buFont typeface="IBM Plex Sans KR"/>
              <a:buNone/>
              <a:defRPr sz="1200" b="0">
                <a:solidFill>
                  <a:srgbClr val="222831"/>
                </a:solidFill>
                <a:latin typeface="IBM Plex Sans KR"/>
                <a:ea typeface="IBM Plex Sans KR"/>
                <a:cs typeface="IBM Plex Sans KR"/>
              </a:defRPr>
            </a:pPr>
            <a:r>
              <a:rPr sz="1200" b="0" i="0" u="none" strike="noStrike" cap="none">
                <a:solidFill>
                  <a:srgbClr val="222831"/>
                </a:solidFill>
                <a:latin typeface="IBM Plex Sans KR"/>
                <a:ea typeface="IBM Plex Sans KR"/>
                <a:cs typeface="IBM Plex Sans KR"/>
              </a:rPr>
              <a:t>    raise ValueError("unknown fact")</a:t>
            </a:r>
            <a:endParaRPr sz="1400" b="0" i="0" u="none" strike="noStrike" cap="none">
              <a:solidFill>
                <a:schemeClr val="dk1"/>
              </a:solidFill>
              <a:latin typeface="IBM Plex Sans KR"/>
              <a:ea typeface="IBM Plex Sans KR"/>
              <a:cs typeface="IBM Plex Sans KR"/>
            </a:endParaRPr>
          </a:p>
          <a:p xmlns:a="http://schemas.openxmlformats.org/drawingml/2006/main">
            <a:pPr marL="0" marR="0" lvl="0" indent="0" algn="l">
              <a:lnSpc>
                <a:spcPct val="145000"/>
              </a:lnSpc>
              <a:spcBef>
                <a:spcPts val="0"/>
              </a:spcBef>
              <a:spcAft>
                <a:spcPts val="0"/>
              </a:spcAft>
              <a:buClr>
                <a:srgbClr val="1D4ED8"/>
              </a:buClr>
              <a:buSzPts val="1400"/>
              <a:buFont typeface="IBM Plex Sans KR"/>
              <a:buNone/>
              <a:defRPr sz="1200" b="0">
                <a:solidFill>
                  <a:srgbClr val="222831"/>
                </a:solidFill>
                <a:latin typeface="IBM Plex Sans KR"/>
                <a:ea typeface="IBM Plex Sans KR"/>
                <a:cs typeface="IBM Plex Sans KR"/>
              </a:defRPr>
            </a:pPr>
            <a:r>
              <a:rPr sz="1200" b="0" i="0" u="none" strike="noStrike" cap="none">
                <a:solidFill>
                  <a:srgbClr val="222831"/>
                </a:solidFill>
                <a:latin typeface="IBM Plex Sans KR"/>
                <a:ea typeface="IBM Plex Sans KR"/>
                <a:cs typeface="IBM Plex Sans KR"/>
              </a:rPr>
              <a:t>ordered = list(dict.fromkeys(</a:t>
            </a:r>
            <a:endParaRPr sz="1400" b="0" i="0" u="none" strike="noStrike" cap="none">
              <a:solidFill>
                <a:schemeClr val="dk1"/>
              </a:solidFill>
              <a:latin typeface="IBM Plex Sans KR"/>
              <a:ea typeface="IBM Plex Sans KR"/>
              <a:cs typeface="IBM Plex Sans KR"/>
            </a:endParaRPr>
          </a:p>
          <a:p xmlns:a="http://schemas.openxmlformats.org/drawingml/2006/main">
            <a:pPr marL="0" marR="0" lvl="0" indent="0" algn="l">
              <a:lnSpc>
                <a:spcPct val="145000"/>
              </a:lnSpc>
              <a:spcBef>
                <a:spcPts val="0"/>
              </a:spcBef>
              <a:spcAft>
                <a:spcPts val="0"/>
              </a:spcAft>
              <a:buClr>
                <a:srgbClr val="1D4ED8"/>
              </a:buClr>
              <a:buSzPts val="1400"/>
              <a:buFont typeface="IBM Plex Sans KR"/>
              <a:buNone/>
              <a:defRPr sz="1200" b="0">
                <a:solidFill>
                  <a:srgbClr val="222831"/>
                </a:solidFill>
                <a:latin typeface="IBM Plex Sans KR"/>
                <a:ea typeface="IBM Plex Sans KR"/>
                <a:cs typeface="IBM Plex Sans KR"/>
              </a:defRPr>
            </a:pPr>
            <a:r>
              <a:rPr sz="1200" b="0" i="0" u="none" strike="noStrike" cap="none">
                <a:solidFill>
                  <a:srgbClr val="222831"/>
                </a:solidFill>
                <a:latin typeface="IBM Plex Sans KR"/>
                <a:ea typeface="IBM Plex Sans KR"/>
                <a:cs typeface="IBM Plex Sans KR"/>
              </a:rPr>
              <a:t>    [*mandatory, *selected]))</a:t>
            </a:r>
            <a:endParaRPr sz="1400" b="0" i="0" u="none" strike="noStrike" cap="none">
              <a:solidFill>
                <a:schemeClr val="dk1"/>
              </a:solidFill>
              <a:latin typeface="IBM Plex Sans KR"/>
              <a:ea typeface="IBM Plex Sans KR"/>
              <a:cs typeface="IBM Plex Sans KR"/>
            </a:endParaRPr>
          </a:p>
          <a:p xmlns:a="http://schemas.openxmlformats.org/drawingml/2006/main">
            <a:pPr marL="0" marR="0" lvl="0" indent="0" algn="l">
              <a:lnSpc>
                <a:spcPct val="145000"/>
              </a:lnSpc>
              <a:spcBef>
                <a:spcPts val="0"/>
              </a:spcBef>
              <a:spcAft>
                <a:spcPts val="0"/>
              </a:spcAft>
              <a:buClr>
                <a:srgbClr val="1D4ED8"/>
              </a:buClr>
              <a:buSzPts val="1400"/>
              <a:buFont typeface="IBM Plex Sans KR"/>
              <a:buNone/>
              <a:defRPr sz="1200" b="0">
                <a:solidFill>
                  <a:srgbClr val="222831"/>
                </a:solidFill>
                <a:latin typeface="IBM Plex Sans KR"/>
                <a:ea typeface="IBM Plex Sans KR"/>
                <a:cs typeface="IBM Plex Sans KR"/>
              </a:defRPr>
            </a:pPr>
            <a:r>
              <a:rPr sz="1200" b="0" i="0" u="none" strike="noStrike" cap="none">
                <a:solidFill>
                  <a:srgbClr val="222831"/>
                </a:solidFill>
                <a:latin typeface="IBM Plex Sans KR"/>
                <a:ea typeface="IBM Plex Sans KR"/>
                <a:cs typeface="IBM Plex Sans KR"/>
              </a:rPr>
              <a:t>text = " ".join(facts[key] for key in ordered)</a:t>
            </a:r>
            <a:endParaRPr sz="1400" b="0" i="0" u="none" strike="noStrike" cap="none">
              <a:solidFill>
                <a:schemeClr val="dk1"/>
              </a:solidFill>
              <a:latin typeface="IBM Plex Sans KR"/>
              <a:ea typeface="IBM Plex Sans KR"/>
              <a:cs typeface="IBM Plex Sans KR"/>
            </a:endParaRPr>
          </a:p>
        </p:txBody>
      </p:sp>
      <p:sp>
        <p:nvSpPr>
          <p:cNvPr id="226" name="Google Shape;226;p9">
            <a:extLst xmlns:a="http://schemas.openxmlformats.org/drawingml/2006/main">
              <a:ext uri="{FF2B5EF4-FFF2-40B4-BE49-F238E27FC236}">
                <a16:creationId xmlns:a16="http://schemas.microsoft.com/office/drawing/2014/main" id="{10FA7FA1-67ED-43A6-9929-48A704B98057}"/>
              </a:ext>
            </a:extLst>
          </p:cNvPr>
          <p:cNvSpPr>
            <a:spLocks xmlns:a="http://schemas.openxmlformats.org/drawingml/2006/main" noGrp="1"/>
          </p:cNvSpPr>
          <p:nvPr/>
        </p:nvSpPr>
        <p:spPr>
          <a:xfrm xmlns:a="http://schemas.openxmlformats.org/drawingml/2006/main">
            <a:off x="6096000" y="4286250"/>
            <a:ext cx="514350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fontScale="100000"/>
          </a:bodyPr>
          <a:lstStyle xmlns:a="http://schemas.openxmlformats.org/drawingml/2006/main">
            <a:defPPr algn="ctr">
              <a:defRPr sz="1200">
                <a:solidFill>
                  <a:srgbClr val="1F2937"/>
                </a:solidFill>
                <a:latin typeface="IBM Plex Sans KR"/>
                <a:ea typeface="IBM Plex Sans KR"/>
                <a:cs typeface="IBM Plex Sans KR"/>
              </a:defRPr>
            </a:defPPr>
            <a:lvl1pPr algn="ctr">
              <a:defRPr sz="1200">
                <a:solidFill>
                  <a:srgbClr val="1F2937"/>
                </a:solidFill>
                <a:latin typeface="IBM Plex Sans KR"/>
                <a:ea typeface="IBM Plex Sans KR"/>
                <a:cs typeface="IBM Plex Sans KR"/>
              </a:defRPr>
            </a:lvl1pPr>
            <a:lvl2pPr algn="ctr">
              <a:defRPr sz="1200">
                <a:solidFill>
                  <a:srgbClr val="1F2937"/>
                </a:solidFill>
                <a:latin typeface="IBM Plex Sans KR"/>
                <a:ea typeface="IBM Plex Sans KR"/>
                <a:cs typeface="IBM Plex Sans KR"/>
              </a:defRPr>
            </a:lvl2pPr>
            <a:lvl3pPr algn="ctr">
              <a:defRPr sz="1200">
                <a:solidFill>
                  <a:srgbClr val="1F2937"/>
                </a:solidFill>
                <a:latin typeface="IBM Plex Sans KR"/>
                <a:ea typeface="IBM Plex Sans KR"/>
                <a:cs typeface="IBM Plex Sans KR"/>
              </a:defRPr>
            </a:lvl3pPr>
            <a:lvl4pPr algn="ctr">
              <a:defRPr sz="1200">
                <a:solidFill>
                  <a:srgbClr val="1F2937"/>
                </a:solidFill>
                <a:latin typeface="IBM Plex Sans KR"/>
                <a:ea typeface="IBM Plex Sans KR"/>
                <a:cs typeface="IBM Plex Sans KR"/>
              </a:defRPr>
            </a:lvl4pPr>
            <a:lvl5pPr algn="ctr">
              <a:defRPr sz="1200">
                <a:solidFill>
                  <a:srgbClr val="1F2937"/>
                </a:solidFill>
                <a:latin typeface="IBM Plex Sans KR"/>
                <a:ea typeface="IBM Plex Sans KR"/>
                <a:cs typeface="IBM Plex Sans KR"/>
              </a:defRPr>
            </a:lvl5pPr>
            <a:lvl6pPr algn="ctr">
              <a:defRPr sz="1200">
                <a:solidFill>
                  <a:srgbClr val="1F2937"/>
                </a:solidFill>
                <a:latin typeface="IBM Plex Sans KR"/>
                <a:ea typeface="IBM Plex Sans KR"/>
                <a:cs typeface="IBM Plex Sans KR"/>
              </a:defRPr>
            </a:lvl6pPr>
            <a:lvl7pPr algn="ctr">
              <a:defRPr sz="1200">
                <a:solidFill>
                  <a:srgbClr val="1F2937"/>
                </a:solidFill>
                <a:latin typeface="IBM Plex Sans KR"/>
                <a:ea typeface="IBM Plex Sans KR"/>
                <a:cs typeface="IBM Plex Sans KR"/>
              </a:defRPr>
            </a:lvl7pPr>
            <a:lvl8pPr algn="ctr">
              <a:defRPr sz="1200">
                <a:solidFill>
                  <a:srgbClr val="1F2937"/>
                </a:solidFill>
                <a:latin typeface="IBM Plex Sans KR"/>
                <a:ea typeface="IBM Plex Sans KR"/>
                <a:cs typeface="IBM Plex Sans KR"/>
              </a:defRPr>
            </a:lvl8pPr>
            <a:lvl9pPr algn="ctr">
              <a:defRPr sz="1200">
                <a:solidFill>
                  <a:srgbClr val="1F2937"/>
                </a:solidFill>
                <a:latin typeface="IBM Plex Sans KR"/>
                <a:ea typeface="IBM Plex Sans KR"/>
                <a:cs typeface="IBM Plex Sans KR"/>
              </a:defRPr>
            </a:lvl9pPr>
          </a:lstStyle>
          <a:p xmlns:a="http://schemas.openxmlformats.org/drawingml/2006/main">
            <a:pPr marL="0" marR="0" lvl="0" indent="0" algn="ctr">
              <a:lnSpc>
                <a:spcPct val="140000"/>
              </a:lnSpc>
              <a:spcBef>
                <a:spcPts val="0"/>
              </a:spcBef>
              <a:spcAft>
                <a:spcPts val="0"/>
              </a:spcAft>
              <a:buClr>
                <a:srgbClr val="1F2937"/>
              </a:buClr>
              <a:buSzPts val="1200"/>
              <a:buFont typeface="IBM Plex Sans KR"/>
              <a:buNone/>
              <a:defRPr sz="1200">
                <a:solidFill>
                  <a:srgbClr val="1F2937"/>
                </a:solidFill>
                <a:latin typeface="IBM Plex Sans KR"/>
                <a:ea typeface="IBM Plex Sans KR"/>
                <a:cs typeface="IBM Plex Sans KR"/>
              </a:defRPr>
            </a:pPr>
            <a:r>
              <a:rPr sz="1200" b="0" i="0" u="none" strike="noStrike" cap="none">
                <a:solidFill>
                  <a:srgbClr val="1F2937"/>
                </a:solidFill>
                <a:latin typeface="IBM Plex Sans KR"/>
                <a:ea typeface="IBM Plex Sans KR"/>
                <a:cs typeface="IBM Plex Sans KR"/>
              </a:rPr>
              <a:t>llm.py:explain_result의 핵심 로직 발췌·축약</a:t>
            </a:r>
            <a:endParaRPr sz="1200" b="0" i="0" u="none" strike="noStrike" cap="none">
              <a:solidFill>
                <a:schemeClr val="dk1"/>
              </a:solidFill>
              <a:latin typeface="IBM Plex Sans KR"/>
              <a:ea typeface="IBM Plex Sans KR"/>
              <a:cs typeface="IBM Plex Sans KR"/>
            </a:endParaRPr>
          </a:p>
        </p:txBody>
      </p:sp>
      <p:sp>
        <p:nvSpPr>
          <p:cNvPr id="227" name="Google Shape;227;p9">
            <a:extLst xmlns:a="http://schemas.openxmlformats.org/drawingml/2006/main">
              <a:ext uri="{FF2B5EF4-FFF2-40B4-BE49-F238E27FC236}">
                <a16:creationId xmlns:a16="http://schemas.microsoft.com/office/drawing/2014/main" id="{99AE61F8-8EBE-4423-A405-87ED5E13848C}"/>
              </a:ext>
            </a:extLst>
          </p:cNvPr>
          <p:cNvSpPr>
            <a:spLocks xmlns:a="http://schemas.openxmlformats.org/drawingml/2006/main" noGrp="1"/>
          </p:cNvSpPr>
          <p:nvPr/>
        </p:nvSpPr>
        <p:spPr>
          <a:xfrm xmlns:a="http://schemas.openxmlformats.org/drawingml/2006/main">
            <a:off x="812752" y="6238335"/>
            <a:ext cx="2518641" cy="23869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marR="0" lvl="0" indent="0" algn="l">
              <a:lnSpc>
                <a:spcPct val="140000"/>
              </a:lnSpc>
              <a:spcBef>
                <a:spcPts val="0"/>
              </a:spcBef>
              <a:spcAft>
                <a:spcPts val="0"/>
              </a:spcAft>
              <a:buClr>
                <a:srgbClr val="1F2937"/>
              </a:buClr>
              <a:buSzPts val="1200"/>
              <a:buFont typeface="IBM Plex Sans KR"/>
              <a:buNone/>
            </a:pPr>
            <a:r>
              <a:rPr sz="1200" b="0" i="0" u="none" strike="noStrike" cap="none">
                <a:solidFill>
                  <a:srgbClr val="1F2937"/>
                </a:solidFill>
                <a:latin typeface="IBM Plex Sans KR"/>
                <a:ea typeface="IBM Plex Sans KR"/>
                <a:cs typeface="IBM Plex Sans KR"/>
              </a:rPr>
              <a:t>AI Agent 미니 프로젝트 결과 발표</a:t>
            </a:r>
            <a:endParaRPr sz="1200" b="0" i="0" u="none" strike="noStrike" cap="none">
              <a:solidFill>
                <a:schemeClr val="dk1"/>
              </a:solidFill>
              <a:latin typeface="IBM Plex Sans KR"/>
              <a:ea typeface="IBM Plex Sans KR"/>
              <a:cs typeface="IBM Plex Sans KR"/>
            </a:endParaRPr>
          </a:p>
        </p:txBody>
      </p:sp>
      <p:sp>
        <p:nvSpPr>
          <p:cNvPr id="228" name="Google Shape;228;p9">
            <a:extLst xmlns:a="http://schemas.openxmlformats.org/drawingml/2006/main">
              <a:ext uri="{FF2B5EF4-FFF2-40B4-BE49-F238E27FC236}">
                <a16:creationId xmlns:a16="http://schemas.microsoft.com/office/drawing/2014/main" id="{0DBFAD7F-6E01-43B6-82C4-0C6C841DEAE6}"/>
              </a:ext>
            </a:extLst>
          </p:cNvPr>
          <p:cNvSpPr>
            <a:spLocks xmlns:a="http://schemas.openxmlformats.org/drawingml/2006/main" noGrp="1"/>
          </p:cNvSpPr>
          <p:nvPr/>
        </p:nvSpPr>
        <p:spPr>
          <a:xfrm xmlns:a="http://schemas.openxmlformats.org/drawingml/2006/main">
            <a:off x="10974615" y="6238335"/>
            <a:ext cx="485559" cy="23869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marR="0" lvl="0" indent="0" algn="l">
              <a:lnSpc>
                <a:spcPct val="140000"/>
              </a:lnSpc>
              <a:spcBef>
                <a:spcPts val="0"/>
              </a:spcBef>
              <a:spcAft>
                <a:spcPts val="0"/>
              </a:spcAft>
              <a:buClr>
                <a:srgbClr val="1F2937"/>
              </a:buClr>
              <a:buSzPts val="1200"/>
              <a:buFont typeface="IBM Plex Sans KR"/>
              <a:buNone/>
            </a:pPr>
            <a:r>
              <a:rPr sz="1200" b="0" i="0" u="none" strike="noStrike" cap="none">
                <a:solidFill>
                  <a:srgbClr val="1F2937"/>
                </a:solidFill>
                <a:latin typeface="IBM Plex Sans KR"/>
                <a:ea typeface="IBM Plex Sans KR"/>
                <a:cs typeface="IBM Plex Sans KR"/>
              </a:rPr>
              <a:t>9 / 14</a:t>
            </a:r>
            <a:endParaRPr sz="1200" b="0" i="0" u="none" strike="noStrike" cap="none">
              <a:solidFill>
                <a:schemeClr val="dk1"/>
              </a:solidFill>
              <a:latin typeface="IBM Plex Sans KR"/>
              <a:ea typeface="IBM Plex Sans KR"/>
              <a:cs typeface="IBM Plex Sans KR"/>
            </a:endParaRPr>
          </a:p>
        </p:txBody>
      </p:sp>
    </p:spTree>
    <p:extLst>
      <p:ext uri="{BB962C8B-B14F-4D97-AF65-F5344CB8AC3E}">
        <p14:creationId xmlns:p14="http://schemas.microsoft.com/office/powerpoint/2010/main" val="916374389"/>
      </p:ext>
    </p:extLst>
  </p:cSld>
</p:sld>
</file>

<file path=ppt/slides/slide10.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234" name="Google Shape;234;p10">
            <a:extLst xmlns:a="http://schemas.openxmlformats.org/drawingml/2006/main">
              <a:ext uri="{FF2B5EF4-FFF2-40B4-BE49-F238E27FC236}">
                <a16:creationId xmlns:a16="http://schemas.microsoft.com/office/drawing/2014/main" id="{92E68D10-5392-4B0C-86AC-6D8AA78FAE87}"/>
              </a:ext>
            </a:extLst>
          </p:cNvPr>
          <p:cNvSpPr>
            <a:spLocks xmlns:a="http://schemas.openxmlformats.org/drawingml/2006/main" noGrp="1"/>
          </p:cNvSpPr>
          <p:nvPr/>
        </p:nvSpPr>
        <p:spPr>
          <a:xfrm xmlns:a="http://schemas.openxmlformats.org/drawingml/2006/main">
            <a:off x="812752" y="660375"/>
            <a:ext cx="10883490" cy="20820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marR="0" lvl="0" indent="0" algn="l">
              <a:lnSpc>
                <a:spcPct val="120000"/>
              </a:lnSpc>
              <a:spcBef>
                <a:spcPts val="0"/>
              </a:spcBef>
              <a:spcAft>
                <a:spcPts val="0"/>
              </a:spcAft>
              <a:buClr>
                <a:srgbClr val="1D4ED8"/>
              </a:buClr>
              <a:buSzPts val="1200"/>
              <a:buFont typeface="IBM Plex Sans KR"/>
              <a:buNone/>
            </a:pPr>
            <a:r>
              <a:rPr sz="1200" b="1" i="0" u="none" strike="noStrike" cap="none">
                <a:solidFill>
                  <a:srgbClr val="1D4ED8"/>
                </a:solidFill>
                <a:latin typeface="IBM Plex Sans KR"/>
                <a:ea typeface="IBM Plex Sans KR"/>
                <a:cs typeface="IBM Plex Sans KR"/>
              </a:rPr>
              <a:t>07 · 데모</a:t>
            </a:r>
            <a:endParaRPr sz="1200" b="0" i="0" u="none" strike="noStrike" cap="none">
              <a:solidFill>
                <a:schemeClr val="dk1"/>
              </a:solidFill>
              <a:latin typeface="IBM Plex Sans KR"/>
              <a:ea typeface="IBM Plex Sans KR"/>
              <a:cs typeface="IBM Plex Sans KR"/>
            </a:endParaRPr>
          </a:p>
        </p:txBody>
      </p:sp>
      <p:sp>
        <p:nvSpPr>
          <p:cNvPr id="235" name="Google Shape;235;p10">
            <a:extLst xmlns:a="http://schemas.openxmlformats.org/drawingml/2006/main">
              <a:ext uri="{FF2B5EF4-FFF2-40B4-BE49-F238E27FC236}">
                <a16:creationId xmlns:a16="http://schemas.microsoft.com/office/drawing/2014/main" id="{3B343415-47B8-4B3A-ABCF-C020311AED37}"/>
              </a:ext>
            </a:extLst>
          </p:cNvPr>
          <p:cNvSpPr>
            <a:spLocks xmlns:a="http://schemas.openxmlformats.org/drawingml/2006/main" noGrp="1"/>
          </p:cNvSpPr>
          <p:nvPr>
            <p:ph type="title" idx="0"/>
          </p:nvPr>
        </p:nvSpPr>
        <p:spPr>
          <a:xfrm xmlns:a="http://schemas.openxmlformats.org/drawingml/2006/main">
            <a:off x="812752" y="906680"/>
            <a:ext cx="10883490" cy="42161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fontScale="88670"/>
          </a:bodyPr>
          <a:lstStyle xmlns:a="http://schemas.openxmlformats.org/drawingml/2006/main">
            <a:defPPr algn="l">
              <a:defRPr sz="2600" b="1">
                <a:solidFill>
                  <a:srgbClr val="1F2937"/>
                </a:solidFill>
                <a:latin typeface="IBM Plex Sans KR"/>
                <a:ea typeface="IBM Plex Sans KR"/>
                <a:cs typeface="IBM Plex Sans KR"/>
              </a:defRPr>
            </a:defPPr>
            <a:lvl1pPr algn="l">
              <a:defRPr sz="2600" b="1">
                <a:solidFill>
                  <a:srgbClr val="1F2937"/>
                </a:solidFill>
                <a:latin typeface="IBM Plex Sans KR"/>
                <a:ea typeface="IBM Plex Sans KR"/>
                <a:cs typeface="IBM Plex Sans KR"/>
              </a:defRPr>
            </a:lvl1pPr>
            <a:lvl2pPr algn="l">
              <a:defRPr sz="2600" b="1">
                <a:solidFill>
                  <a:srgbClr val="1F2937"/>
                </a:solidFill>
                <a:latin typeface="IBM Plex Sans KR"/>
                <a:ea typeface="IBM Plex Sans KR"/>
                <a:cs typeface="IBM Plex Sans KR"/>
              </a:defRPr>
            </a:lvl2pPr>
            <a:lvl3pPr algn="l">
              <a:defRPr sz="2600" b="1">
                <a:solidFill>
                  <a:srgbClr val="1F2937"/>
                </a:solidFill>
                <a:latin typeface="IBM Plex Sans KR"/>
                <a:ea typeface="IBM Plex Sans KR"/>
                <a:cs typeface="IBM Plex Sans KR"/>
              </a:defRPr>
            </a:lvl3pPr>
            <a:lvl4pPr algn="l">
              <a:defRPr sz="2600" b="1">
                <a:solidFill>
                  <a:srgbClr val="1F2937"/>
                </a:solidFill>
                <a:latin typeface="IBM Plex Sans KR"/>
                <a:ea typeface="IBM Plex Sans KR"/>
                <a:cs typeface="IBM Plex Sans KR"/>
              </a:defRPr>
            </a:lvl4pPr>
            <a:lvl5pPr algn="l">
              <a:defRPr sz="2600" b="1">
                <a:solidFill>
                  <a:srgbClr val="1F2937"/>
                </a:solidFill>
                <a:latin typeface="IBM Plex Sans KR"/>
                <a:ea typeface="IBM Plex Sans KR"/>
                <a:cs typeface="IBM Plex Sans KR"/>
              </a:defRPr>
            </a:lvl5pPr>
            <a:lvl6pPr algn="l">
              <a:defRPr sz="2600" b="1">
                <a:solidFill>
                  <a:srgbClr val="1F2937"/>
                </a:solidFill>
                <a:latin typeface="IBM Plex Sans KR"/>
                <a:ea typeface="IBM Plex Sans KR"/>
                <a:cs typeface="IBM Plex Sans KR"/>
              </a:defRPr>
            </a:lvl6pPr>
            <a:lvl7pPr algn="l">
              <a:defRPr sz="2600" b="1">
                <a:solidFill>
                  <a:srgbClr val="1F2937"/>
                </a:solidFill>
                <a:latin typeface="IBM Plex Sans KR"/>
                <a:ea typeface="IBM Plex Sans KR"/>
                <a:cs typeface="IBM Plex Sans KR"/>
              </a:defRPr>
            </a:lvl7pPr>
            <a:lvl8pPr algn="l">
              <a:defRPr sz="2600" b="1">
                <a:solidFill>
                  <a:srgbClr val="1F2937"/>
                </a:solidFill>
                <a:latin typeface="IBM Plex Sans KR"/>
                <a:ea typeface="IBM Plex Sans KR"/>
                <a:cs typeface="IBM Plex Sans KR"/>
              </a:defRPr>
            </a:lvl8pPr>
            <a:lvl9pPr algn="l">
              <a:defRPr sz="2600" b="1">
                <a:solidFill>
                  <a:srgbClr val="1F2937"/>
                </a:solidFill>
                <a:latin typeface="IBM Plex Sans KR"/>
                <a:ea typeface="IBM Plex Sans KR"/>
                <a:cs typeface="IBM Plex Sans KR"/>
              </a:defRPr>
            </a:lvl9pPr>
          </a:lstStyle>
          <a:p xmlns:a="http://schemas.openxmlformats.org/drawingml/2006/main">
            <a:pPr marL="0" lvl="0" indent="0" algn="l">
              <a:lnSpc>
                <a:spcPct val="120000"/>
              </a:lnSpc>
              <a:spcBef>
                <a:spcPts val="0"/>
              </a:spcBef>
              <a:spcAft>
                <a:spcPts val="0"/>
              </a:spcAft>
              <a:buClr>
                <a:srgbClr val="1F2937"/>
              </a:buClr>
              <a:buSzPts val="2600"/>
              <a:buFont typeface="IBM Plex Sans KR"/>
              <a:buNone/>
              <a:defRPr sz="2600" b="1">
                <a:solidFill>
                  <a:srgbClr val="1F2937"/>
                </a:solidFill>
                <a:latin typeface="IBM Plex Sans KR"/>
                <a:ea typeface="IBM Plex Sans KR"/>
                <a:cs typeface="IBM Plex Sans KR"/>
              </a:defRPr>
            </a:pPr>
            <a:r>
              <a:rPr sz="2600" b="1" i="0">
                <a:solidFill>
                  <a:srgbClr val="1F2937"/>
                </a:solidFill>
                <a:latin typeface="IBM Plex Sans KR"/>
                <a:ea typeface="IBM Plex Sans KR"/>
                <a:cs typeface="IBM Plex Sans KR"/>
              </a:rPr>
              <a:t>정상·부족·자료 누락 사례</a:t>
            </a:r>
            <a:endParaRPr sz="2600"/>
          </a:p>
        </p:txBody>
      </p:sp>
      <p:sp>
        <p:nvSpPr>
          <p:cNvPr id="236" name="Google Shape;236;p10">
            <a:extLst xmlns:a="http://schemas.openxmlformats.org/drawingml/2006/main">
              <a:ext uri="{FF2B5EF4-FFF2-40B4-BE49-F238E27FC236}">
                <a16:creationId xmlns:a16="http://schemas.microsoft.com/office/drawing/2014/main" id="{45CA12F8-46F0-4D27-8DD0-7D8CC16DDE96}"/>
              </a:ext>
            </a:extLst>
          </p:cNvPr>
          <p:cNvSpPr>
            <a:spLocks xmlns:a="http://schemas.openxmlformats.org/drawingml/2006/main" noGrp="1"/>
          </p:cNvSpPr>
          <p:nvPr/>
        </p:nvSpPr>
        <p:spPr>
          <a:xfrm xmlns:a="http://schemas.openxmlformats.org/drawingml/2006/main">
            <a:off x="819102" y="1512435"/>
            <a:ext cx="10553795" cy="2654300"/>
          </a:xfrm>
          <a:prstGeom xmlns:a="http://schemas.openxmlformats.org/drawingml/2006/main" prst="roundRect">
            <a:avLst>
              <a:gd name="adj" fmla="val 3589"/>
            </a:avLst>
          </a:prstGeom>
          <a:solidFill xmlns:a="http://schemas.openxmlformats.org/drawingml/2006/main">
            <a:srgbClr val="EAF0FD"/>
          </a:solidFill>
          <a:ln xmlns:a="http://schemas.openxmlformats.org/drawingml/2006/main" w="12700" cap="flat" cmpd="sng">
            <a:solidFill>
              <a:srgbClr val="CBD5E1"/>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37" name="Google Shape;237;p10">
            <a:extLst xmlns:a="http://schemas.openxmlformats.org/drawingml/2006/main">
              <a:ext uri="{FF2B5EF4-FFF2-40B4-BE49-F238E27FC236}">
                <a16:creationId xmlns:a16="http://schemas.microsoft.com/office/drawing/2014/main" id="{D4BB07A8-E80C-41C5-ADBD-AAD482DBA107}"/>
              </a:ext>
            </a:extLst>
          </p:cNvPr>
          <p:cNvSpPr>
            <a:spLocks xmlns:a="http://schemas.openxmlformats.org/drawingml/2006/main" noGrp="1"/>
          </p:cNvSpPr>
          <p:nvPr/>
        </p:nvSpPr>
        <p:spPr>
          <a:xfrm xmlns:a="http://schemas.openxmlformats.org/drawingml/2006/main">
            <a:off x="4608446" y="2561468"/>
            <a:ext cx="2975047" cy="2920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defPPr algn="ctr">
              <a:defRPr sz="1500" b="1">
                <a:solidFill>
                  <a:srgbClr val="1D4ED8"/>
                </a:solidFill>
                <a:latin typeface="IBM Plex Sans KR"/>
                <a:ea typeface="IBM Plex Sans KR"/>
                <a:cs typeface="IBM Plex Sans KR"/>
              </a:defRPr>
            </a:defPPr>
            <a:lvl1pPr algn="ctr">
              <a:defRPr sz="1500" b="1">
                <a:solidFill>
                  <a:srgbClr val="1D4ED8"/>
                </a:solidFill>
                <a:latin typeface="IBM Plex Sans KR"/>
                <a:ea typeface="IBM Plex Sans KR"/>
                <a:cs typeface="IBM Plex Sans KR"/>
              </a:defRPr>
            </a:lvl1pPr>
            <a:lvl2pPr algn="ctr">
              <a:defRPr sz="1500" b="1">
                <a:solidFill>
                  <a:srgbClr val="1D4ED8"/>
                </a:solidFill>
                <a:latin typeface="IBM Plex Sans KR"/>
                <a:ea typeface="IBM Plex Sans KR"/>
                <a:cs typeface="IBM Plex Sans KR"/>
              </a:defRPr>
            </a:lvl2pPr>
            <a:lvl3pPr algn="ctr">
              <a:defRPr sz="1500" b="1">
                <a:solidFill>
                  <a:srgbClr val="1D4ED8"/>
                </a:solidFill>
                <a:latin typeface="IBM Plex Sans KR"/>
                <a:ea typeface="IBM Plex Sans KR"/>
                <a:cs typeface="IBM Plex Sans KR"/>
              </a:defRPr>
            </a:lvl3pPr>
            <a:lvl4pPr algn="ctr">
              <a:defRPr sz="1500" b="1">
                <a:solidFill>
                  <a:srgbClr val="1D4ED8"/>
                </a:solidFill>
                <a:latin typeface="IBM Plex Sans KR"/>
                <a:ea typeface="IBM Plex Sans KR"/>
                <a:cs typeface="IBM Plex Sans KR"/>
              </a:defRPr>
            </a:lvl4pPr>
            <a:lvl5pPr algn="ctr">
              <a:defRPr sz="1500" b="1">
                <a:solidFill>
                  <a:srgbClr val="1D4ED8"/>
                </a:solidFill>
                <a:latin typeface="IBM Plex Sans KR"/>
                <a:ea typeface="IBM Plex Sans KR"/>
                <a:cs typeface="IBM Plex Sans KR"/>
              </a:defRPr>
            </a:lvl5pPr>
            <a:lvl6pPr algn="ctr">
              <a:defRPr sz="1500" b="1">
                <a:solidFill>
                  <a:srgbClr val="1D4ED8"/>
                </a:solidFill>
                <a:latin typeface="IBM Plex Sans KR"/>
                <a:ea typeface="IBM Plex Sans KR"/>
                <a:cs typeface="IBM Plex Sans KR"/>
              </a:defRPr>
            </a:lvl6pPr>
            <a:lvl7pPr algn="ctr">
              <a:defRPr sz="1500" b="1">
                <a:solidFill>
                  <a:srgbClr val="1D4ED8"/>
                </a:solidFill>
                <a:latin typeface="IBM Plex Sans KR"/>
                <a:ea typeface="IBM Plex Sans KR"/>
                <a:cs typeface="IBM Plex Sans KR"/>
              </a:defRPr>
            </a:lvl7pPr>
            <a:lvl8pPr algn="ctr">
              <a:defRPr sz="1500" b="1">
                <a:solidFill>
                  <a:srgbClr val="1D4ED8"/>
                </a:solidFill>
                <a:latin typeface="IBM Plex Sans KR"/>
                <a:ea typeface="IBM Plex Sans KR"/>
                <a:cs typeface="IBM Plex Sans KR"/>
              </a:defRPr>
            </a:lvl8pPr>
            <a:lvl9pPr algn="ctr">
              <a:defRPr sz="1500" b="1">
                <a:solidFill>
                  <a:srgbClr val="1D4ED8"/>
                </a:solidFill>
                <a:latin typeface="IBM Plex Sans KR"/>
                <a:ea typeface="IBM Plex Sans KR"/>
                <a:cs typeface="IBM Plex Sans KR"/>
              </a:defRPr>
            </a:lvl9pPr>
          </a:lstStyle>
          <a:p xmlns:a="http://schemas.openxmlformats.org/drawingml/2006/main">
            <a:pPr marL="0" marR="0" lvl="0" indent="0" algn="ctr">
              <a:lnSpc>
                <a:spcPct val="140000"/>
              </a:lnSpc>
              <a:spcBef>
                <a:spcPts val="0"/>
              </a:spcBef>
              <a:spcAft>
                <a:spcPts val="0"/>
              </a:spcAft>
              <a:buClr>
                <a:srgbClr val="1D4ED8"/>
              </a:buClr>
              <a:buSzPts val="1500"/>
              <a:buFont typeface="IBM Plex Sans KR"/>
              <a:buNone/>
            </a:pPr>
            <a:r>
              <a:rPr sz="1500" b="1" i="0" u="none" strike="noStrike" cap="none">
                <a:solidFill>
                  <a:srgbClr val="1D4ED8"/>
                </a:solidFill>
                <a:latin typeface="IBM Plex Sans KR"/>
                <a:ea typeface="IBM Plex Sans KR"/>
                <a:cs typeface="IBM Plex Sans KR"/>
              </a:rPr>
              <a:t/>
            </a:r>
            <a:endParaRPr sz="1500" b="0" i="0" u="none" strike="noStrike" cap="none">
              <a:solidFill>
                <a:schemeClr val="dk1"/>
              </a:solidFill>
              <a:latin typeface="IBM Plex Sans KR"/>
              <a:ea typeface="IBM Plex Sans KR"/>
              <a:cs typeface="IBM Plex Sans KR"/>
            </a:endParaRPr>
          </a:p>
        </p:txBody>
      </p:sp>
      <p:sp>
        <p:nvSpPr>
          <p:cNvPr id="238" name="Google Shape;238;p10">
            <a:extLst xmlns:a="http://schemas.openxmlformats.org/drawingml/2006/main">
              <a:ext uri="{FF2B5EF4-FFF2-40B4-BE49-F238E27FC236}">
                <a16:creationId xmlns:a16="http://schemas.microsoft.com/office/drawing/2014/main" id="{FD12FCB0-D19E-4315-84F0-4FFB68DC9884}"/>
              </a:ext>
            </a:extLst>
          </p:cNvPr>
          <p:cNvSpPr>
            <a:spLocks xmlns:a="http://schemas.openxmlformats.org/drawingml/2006/main" noGrp="1"/>
          </p:cNvSpPr>
          <p:nvPr/>
        </p:nvSpPr>
        <p:spPr>
          <a:xfrm xmlns:a="http://schemas.openxmlformats.org/drawingml/2006/main">
            <a:off x="4378331" y="2904344"/>
            <a:ext cx="3435278" cy="23869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defPPr algn="ctr">
              <a:defRPr sz="1200">
                <a:solidFill>
                  <a:srgbClr val="1F2937"/>
                </a:solidFill>
                <a:latin typeface="IBM Plex Sans KR"/>
                <a:ea typeface="IBM Plex Sans KR"/>
                <a:cs typeface="IBM Plex Sans KR"/>
              </a:defRPr>
            </a:defPPr>
            <a:lvl1pPr algn="ctr">
              <a:defRPr sz="1200">
                <a:solidFill>
                  <a:srgbClr val="1F2937"/>
                </a:solidFill>
                <a:latin typeface="IBM Plex Sans KR"/>
                <a:ea typeface="IBM Plex Sans KR"/>
                <a:cs typeface="IBM Plex Sans KR"/>
              </a:defRPr>
            </a:lvl1pPr>
            <a:lvl2pPr algn="ctr">
              <a:defRPr sz="1200">
                <a:solidFill>
                  <a:srgbClr val="1F2937"/>
                </a:solidFill>
                <a:latin typeface="IBM Plex Sans KR"/>
                <a:ea typeface="IBM Plex Sans KR"/>
                <a:cs typeface="IBM Plex Sans KR"/>
              </a:defRPr>
            </a:lvl2pPr>
            <a:lvl3pPr algn="ctr">
              <a:defRPr sz="1200">
                <a:solidFill>
                  <a:srgbClr val="1F2937"/>
                </a:solidFill>
                <a:latin typeface="IBM Plex Sans KR"/>
                <a:ea typeface="IBM Plex Sans KR"/>
                <a:cs typeface="IBM Plex Sans KR"/>
              </a:defRPr>
            </a:lvl3pPr>
            <a:lvl4pPr algn="ctr">
              <a:defRPr sz="1200">
                <a:solidFill>
                  <a:srgbClr val="1F2937"/>
                </a:solidFill>
                <a:latin typeface="IBM Plex Sans KR"/>
                <a:ea typeface="IBM Plex Sans KR"/>
                <a:cs typeface="IBM Plex Sans KR"/>
              </a:defRPr>
            </a:lvl4pPr>
            <a:lvl5pPr algn="ctr">
              <a:defRPr sz="1200">
                <a:solidFill>
                  <a:srgbClr val="1F2937"/>
                </a:solidFill>
                <a:latin typeface="IBM Plex Sans KR"/>
                <a:ea typeface="IBM Plex Sans KR"/>
                <a:cs typeface="IBM Plex Sans KR"/>
              </a:defRPr>
            </a:lvl5pPr>
            <a:lvl6pPr algn="ctr">
              <a:defRPr sz="1200">
                <a:solidFill>
                  <a:srgbClr val="1F2937"/>
                </a:solidFill>
                <a:latin typeface="IBM Plex Sans KR"/>
                <a:ea typeface="IBM Plex Sans KR"/>
                <a:cs typeface="IBM Plex Sans KR"/>
              </a:defRPr>
            </a:lvl6pPr>
            <a:lvl7pPr algn="ctr">
              <a:defRPr sz="1200">
                <a:solidFill>
                  <a:srgbClr val="1F2937"/>
                </a:solidFill>
                <a:latin typeface="IBM Plex Sans KR"/>
                <a:ea typeface="IBM Plex Sans KR"/>
                <a:cs typeface="IBM Plex Sans KR"/>
              </a:defRPr>
            </a:lvl7pPr>
            <a:lvl8pPr algn="ctr">
              <a:defRPr sz="1200">
                <a:solidFill>
                  <a:srgbClr val="1F2937"/>
                </a:solidFill>
                <a:latin typeface="IBM Plex Sans KR"/>
                <a:ea typeface="IBM Plex Sans KR"/>
                <a:cs typeface="IBM Plex Sans KR"/>
              </a:defRPr>
            </a:lvl8pPr>
            <a:lvl9pPr algn="ctr">
              <a:defRPr sz="1200">
                <a:solidFill>
                  <a:srgbClr val="1F2937"/>
                </a:solidFill>
                <a:latin typeface="IBM Plex Sans KR"/>
                <a:ea typeface="IBM Plex Sans KR"/>
                <a:cs typeface="IBM Plex Sans KR"/>
              </a:defRPr>
            </a:lvl9pPr>
          </a:lstStyle>
          <a:p xmlns:a="http://schemas.openxmlformats.org/drawingml/2006/main">
            <a:pPr marL="0" marR="0" lvl="0" indent="0" algn="ctr">
              <a:lnSpc>
                <a:spcPct val="140000"/>
              </a:lnSpc>
              <a:spcBef>
                <a:spcPts val="0"/>
              </a:spcBef>
              <a:spcAft>
                <a:spcPts val="0"/>
              </a:spcAft>
              <a:buClr>
                <a:srgbClr val="1F2937"/>
              </a:buClr>
              <a:buSzPts val="1200"/>
              <a:buFont typeface="IBM Plex Sans KR"/>
              <a:buNone/>
            </a:pPr>
            <a:r>
              <a:rPr sz="1200" b="0" i="0" u="none" strike="noStrike" cap="none">
                <a:solidFill>
                  <a:srgbClr val="1F2937"/>
                </a:solidFill>
                <a:latin typeface="IBM Plex Sans KR"/>
                <a:ea typeface="IBM Plex Sans KR"/>
                <a:cs typeface="IBM Plex Sans KR"/>
              </a:rPr>
              <a:t/>
            </a:r>
            <a:endParaRPr sz="1200" b="0" i="0" u="none" strike="noStrike" cap="none">
              <a:solidFill>
                <a:schemeClr val="dk1"/>
              </a:solidFill>
              <a:latin typeface="IBM Plex Sans KR"/>
              <a:ea typeface="IBM Plex Sans KR"/>
              <a:cs typeface="IBM Plex Sans KR"/>
            </a:endParaRPr>
          </a:p>
        </p:txBody>
      </p:sp>
      <p:sp>
        <p:nvSpPr>
          <p:cNvPr id="239" name="Google Shape;239;p10">
            <a:extLst xmlns:a="http://schemas.openxmlformats.org/drawingml/2006/main">
              <a:ext uri="{FF2B5EF4-FFF2-40B4-BE49-F238E27FC236}">
                <a16:creationId xmlns:a16="http://schemas.microsoft.com/office/drawing/2014/main" id="{7DCDFAFC-E8B1-4052-BC4C-5A44FF07FB50}"/>
              </a:ext>
            </a:extLst>
          </p:cNvPr>
          <p:cNvSpPr>
            <a:spLocks xmlns:a="http://schemas.openxmlformats.org/drawingml/2006/main" noGrp="1"/>
          </p:cNvSpPr>
          <p:nvPr/>
        </p:nvSpPr>
        <p:spPr>
          <a:xfrm xmlns:a="http://schemas.openxmlformats.org/drawingml/2006/main">
            <a:off x="812752" y="4376272"/>
            <a:ext cx="10566495" cy="1465731"/>
          </a:xfrm>
          <a:prstGeom xmlns:a="http://schemas.openxmlformats.org/drawingml/2006/main" prst="roundRect">
            <a:avLst>
              <a:gd name="adj" fmla="val 6932"/>
            </a:avLst>
          </a:prstGeom>
          <a:solidFill xmlns:a="http://schemas.openxmlformats.org/drawingml/2006/main">
            <a:srgbClr val="EAF0FD"/>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40" name="Google Shape;240;p10">
            <a:extLst xmlns:a="http://schemas.openxmlformats.org/drawingml/2006/main">
              <a:ext uri="{FF2B5EF4-FFF2-40B4-BE49-F238E27FC236}">
                <a16:creationId xmlns:a16="http://schemas.microsoft.com/office/drawing/2014/main" id="{5068B351-B8DE-4E4D-8530-BD65AB1EF9FA}"/>
              </a:ext>
            </a:extLst>
          </p:cNvPr>
          <p:cNvSpPr>
            <a:spLocks xmlns:a="http://schemas.openxmlformats.org/drawingml/2006/main" noGrp="1"/>
          </p:cNvSpPr>
          <p:nvPr/>
        </p:nvSpPr>
        <p:spPr>
          <a:xfrm xmlns:a="http://schemas.openxmlformats.org/drawingml/2006/main">
            <a:off x="1015940" y="4554023"/>
            <a:ext cx="10464923" cy="22347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marR="0" lvl="0" indent="0" algn="l">
              <a:lnSpc>
                <a:spcPct val="130000"/>
              </a:lnSpc>
              <a:spcBef>
                <a:spcPts val="0"/>
              </a:spcBef>
              <a:spcAft>
                <a:spcPts val="0"/>
              </a:spcAft>
              <a:buClr>
                <a:srgbClr val="1D4ED8"/>
              </a:buClr>
              <a:buSzPts val="1200"/>
              <a:buFont typeface="IBM Plex Sans KR"/>
              <a:buNone/>
            </a:pPr>
            <a:r>
              <a:rPr sz="1200" b="1" i="0" u="none" strike="noStrike" cap="none">
                <a:solidFill>
                  <a:srgbClr val="1D4ED8"/>
                </a:solidFill>
                <a:latin typeface="IBM Plex Sans KR"/>
                <a:ea typeface="IBM Plex Sans KR"/>
                <a:cs typeface="IBM Plex Sans KR"/>
              </a:rPr>
              <a:t>데모 순서</a:t>
            </a:r>
            <a:endParaRPr sz="1200" b="0" i="0" u="none" strike="noStrike" cap="none">
              <a:solidFill>
                <a:schemeClr val="dk1"/>
              </a:solidFill>
              <a:latin typeface="IBM Plex Sans KR"/>
              <a:ea typeface="IBM Plex Sans KR"/>
              <a:cs typeface="IBM Plex Sans KR"/>
            </a:endParaRPr>
          </a:p>
        </p:txBody>
      </p:sp>
      <p:sp>
        <p:nvSpPr>
          <p:cNvPr id="241" name="Google Shape;241;p10">
            <a:extLst xmlns:a="http://schemas.openxmlformats.org/drawingml/2006/main">
              <a:ext uri="{FF2B5EF4-FFF2-40B4-BE49-F238E27FC236}">
                <a16:creationId xmlns:a16="http://schemas.microsoft.com/office/drawing/2014/main" id="{105EC691-ACD2-498E-93ED-F931A612A042}"/>
              </a:ext>
            </a:extLst>
          </p:cNvPr>
          <p:cNvSpPr>
            <a:spLocks xmlns:a="http://schemas.openxmlformats.org/drawingml/2006/main" noGrp="1"/>
          </p:cNvSpPr>
          <p:nvPr/>
        </p:nvSpPr>
        <p:spPr>
          <a:xfrm xmlns:a="http://schemas.openxmlformats.org/drawingml/2006/main">
            <a:off x="1015940" y="4790163"/>
            <a:ext cx="10464923" cy="2539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fontScale="92579"/>
          </a:bodyPr>
          <a:lstStyle xmlns:a="http://schemas.openxmlformats.org/drawingml/2006/main">
            <a:defPPr algn="l">
              <a:defRPr sz="1200">
                <a:solidFill>
                  <a:srgbClr val="1D4ED8"/>
                </a:solidFill>
                <a:latin typeface="IBM Plex Sans KR"/>
                <a:ea typeface="IBM Plex Sans KR"/>
                <a:cs typeface="IBM Plex Sans KR"/>
              </a:defRPr>
            </a:defPPr>
            <a:lvl1pPr algn="l">
              <a:defRPr sz="1200">
                <a:solidFill>
                  <a:srgbClr val="1D4ED8"/>
                </a:solidFill>
                <a:latin typeface="IBM Plex Sans KR"/>
                <a:ea typeface="IBM Plex Sans KR"/>
                <a:cs typeface="IBM Plex Sans KR"/>
              </a:defRPr>
            </a:lvl1pPr>
            <a:lvl2pPr algn="l">
              <a:defRPr sz="1200">
                <a:solidFill>
                  <a:srgbClr val="1D4ED8"/>
                </a:solidFill>
                <a:latin typeface="IBM Plex Sans KR"/>
                <a:ea typeface="IBM Plex Sans KR"/>
                <a:cs typeface="IBM Plex Sans KR"/>
              </a:defRPr>
            </a:lvl2pPr>
            <a:lvl3pPr algn="l">
              <a:defRPr sz="1200">
                <a:solidFill>
                  <a:srgbClr val="1D4ED8"/>
                </a:solidFill>
                <a:latin typeface="IBM Plex Sans KR"/>
                <a:ea typeface="IBM Plex Sans KR"/>
                <a:cs typeface="IBM Plex Sans KR"/>
              </a:defRPr>
            </a:lvl3pPr>
            <a:lvl4pPr algn="l">
              <a:defRPr sz="1200">
                <a:solidFill>
                  <a:srgbClr val="1D4ED8"/>
                </a:solidFill>
                <a:latin typeface="IBM Plex Sans KR"/>
                <a:ea typeface="IBM Plex Sans KR"/>
                <a:cs typeface="IBM Plex Sans KR"/>
              </a:defRPr>
            </a:lvl4pPr>
            <a:lvl5pPr algn="l">
              <a:defRPr sz="1200">
                <a:solidFill>
                  <a:srgbClr val="1D4ED8"/>
                </a:solidFill>
                <a:latin typeface="IBM Plex Sans KR"/>
                <a:ea typeface="IBM Plex Sans KR"/>
                <a:cs typeface="IBM Plex Sans KR"/>
              </a:defRPr>
            </a:lvl5pPr>
            <a:lvl6pPr algn="l">
              <a:defRPr sz="1200">
                <a:solidFill>
                  <a:srgbClr val="1D4ED8"/>
                </a:solidFill>
                <a:latin typeface="IBM Plex Sans KR"/>
                <a:ea typeface="IBM Plex Sans KR"/>
                <a:cs typeface="IBM Plex Sans KR"/>
              </a:defRPr>
            </a:lvl6pPr>
            <a:lvl7pPr algn="l">
              <a:defRPr sz="1200">
                <a:solidFill>
                  <a:srgbClr val="1D4ED8"/>
                </a:solidFill>
                <a:latin typeface="IBM Plex Sans KR"/>
                <a:ea typeface="IBM Plex Sans KR"/>
                <a:cs typeface="IBM Plex Sans KR"/>
              </a:defRPr>
            </a:lvl7pPr>
            <a:lvl8pPr algn="l">
              <a:defRPr sz="1200">
                <a:solidFill>
                  <a:srgbClr val="1D4ED8"/>
                </a:solidFill>
                <a:latin typeface="IBM Plex Sans KR"/>
                <a:ea typeface="IBM Plex Sans KR"/>
                <a:cs typeface="IBM Plex Sans KR"/>
              </a:defRPr>
            </a:lvl8pPr>
            <a:lvl9pPr algn="l">
              <a:defRPr sz="1200">
                <a:solidFill>
                  <a:srgbClr val="1D4ED8"/>
                </a:solidFill>
                <a:latin typeface="IBM Plex Sans KR"/>
                <a:ea typeface="IBM Plex Sans KR"/>
                <a:cs typeface="IBM Plex Sans KR"/>
              </a:defRPr>
            </a:lvl9pPr>
          </a:lstStyle>
          <a:p xmlns:a="http://schemas.openxmlformats.org/drawingml/2006/main">
            <a:pPr marL="0" marR="0" lvl="0" indent="0" algn="l">
              <a:lnSpc>
                <a:spcPct val="150000"/>
              </a:lnSpc>
              <a:spcBef>
                <a:spcPts val="0"/>
              </a:spcBef>
              <a:spcAft>
                <a:spcPts val="0"/>
              </a:spcAft>
              <a:buClr>
                <a:srgbClr val="1D4ED8"/>
              </a:buClr>
              <a:buSzPts val="1200"/>
              <a:buFont typeface="IBM Plex Sans KR"/>
              <a:buNone/>
              <a:defRPr sz="1200">
                <a:solidFill>
                  <a:srgbClr val="1D4ED8"/>
                </a:solidFill>
                <a:latin typeface="IBM Plex Sans KR"/>
                <a:ea typeface="IBM Plex Sans KR"/>
                <a:cs typeface="IBM Plex Sans KR"/>
              </a:defRPr>
            </a:pPr>
            <a:r>
              <a:rPr sz="1200" b="0" i="0" u="none" strike="noStrike" cap="none">
                <a:solidFill>
                  <a:srgbClr val="1D4ED8"/>
                </a:solidFill>
                <a:latin typeface="IBM Plex Sans KR"/>
                <a:ea typeface="IBM Plex Sans KR"/>
                <a:cs typeface="IBM Plex Sans KR"/>
              </a:rPr>
              <a:t>사례 선택 → 같은 질문 입력 → 현재·목표 판정 비교 → reason·출처 확인</a:t>
            </a:r>
            <a:endParaRPr sz="1200" b="0" i="0" u="none" strike="noStrike" cap="none">
              <a:solidFill>
                <a:schemeClr val="dk1"/>
              </a:solidFill>
              <a:latin typeface="IBM Plex Sans KR"/>
              <a:ea typeface="IBM Plex Sans KR"/>
              <a:cs typeface="IBM Plex Sans KR"/>
            </a:endParaRPr>
          </a:p>
        </p:txBody>
      </p:sp>
      <p:sp>
        <p:nvSpPr>
          <p:cNvPr id="242" name="Google Shape;242;p10">
            <a:extLst xmlns:a="http://schemas.openxmlformats.org/drawingml/2006/main">
              <a:ext uri="{FF2B5EF4-FFF2-40B4-BE49-F238E27FC236}">
                <a16:creationId xmlns:a16="http://schemas.microsoft.com/office/drawing/2014/main" id="{8B4C9C91-8299-493E-967E-1618B01E12CC}"/>
              </a:ext>
            </a:extLst>
          </p:cNvPr>
          <p:cNvSpPr>
            <a:spLocks xmlns:a="http://schemas.openxmlformats.org/drawingml/2006/main" noGrp="1"/>
          </p:cNvSpPr>
          <p:nvPr/>
        </p:nvSpPr>
        <p:spPr>
          <a:xfrm xmlns:a="http://schemas.openxmlformats.org/drawingml/2006/main">
            <a:off x="10623597" y="666725"/>
            <a:ext cx="749300" cy="299809"/>
          </a:xfrm>
          <a:custGeom xmlns:a="http://schemas.openxmlformats.org/drawingml/2006/main">
            <a:rect l="l" t="t" r="r" b="b"/>
            <a:pathLst>
              <a:path w="749300" h="299809">
                <a:moveTo>
                  <a:pt x="149904" y="0"/>
                </a:moveTo>
                <a:lnTo>
                  <a:pt x="599395" y="0"/>
                </a:lnTo>
                <a:cubicBezTo>
                  <a:pt x="639152" y="0"/>
                  <a:pt x="677281" y="15793"/>
                  <a:pt x="705393" y="43906"/>
                </a:cubicBezTo>
                <a:cubicBezTo>
                  <a:pt x="733506" y="72018"/>
                  <a:pt x="749299" y="110147"/>
                  <a:pt x="749299" y="149904"/>
                </a:cubicBezTo>
                <a:lnTo>
                  <a:pt x="749300" y="149904"/>
                </a:lnTo>
                <a:cubicBezTo>
                  <a:pt x="749300" y="232694"/>
                  <a:pt x="682186" y="299808"/>
                  <a:pt x="599396" y="299808"/>
                </a:cubicBezTo>
                <a:lnTo>
                  <a:pt x="149904" y="299809"/>
                </a:lnTo>
                <a:cubicBezTo>
                  <a:pt x="67114" y="299809"/>
                  <a:pt x="0" y="232695"/>
                  <a:pt x="0" y="149905"/>
                </a:cubicBezTo>
                <a:lnTo>
                  <a:pt x="0" y="149904"/>
                </a:lnTo>
                <a:cubicBezTo>
                  <a:pt x="0" y="67114"/>
                  <a:pt x="67114" y="0"/>
                  <a:pt x="149904" y="0"/>
                </a:cubicBezTo>
                <a:close/>
              </a:path>
            </a:pathLst>
          </a:custGeom>
          <a:noFill xmlns:a="http://schemas.openxmlformats.org/drawingml/2006/main"/>
          <a:ln xmlns:a="http://schemas.openxmlformats.org/drawingml/2006/main" w="12700" cap="flat" cmpd="sng">
            <a:solidFill>
              <a:srgbClr val="1F2937"/>
            </a:solidFill>
            <a:prstDash val="solid"/>
            <a:round/>
            <a:headEnd type="none" w="sm" len="sm"/>
            <a:tailEnd type="none" w="sm" len="sm"/>
          </a:ln>
        </p:spPr>
        <p:txBody>
          <a:bodyPr xmlns:a="http://schemas.openxmlformats.org/drawingml/2006/main" spcFirstLastPara="1" wrap="square" lIns="0" tIns="43275" rIns="0" bIns="17875" anchor="t">
            <a:normAutofit fontScale="93214"/>
          </a:bodyPr>
          <a:lstStyle xmlns:a="http://schemas.openxmlformats.org/drawingml/2006/main">
            <a:defPPr algn="ctr">
              <a:defRPr sz="1200" b="1">
                <a:solidFill>
                  <a:srgbClr val="1F2937"/>
                </a:solidFill>
                <a:latin typeface="IBM Plex Sans KR"/>
                <a:ea typeface="IBM Plex Sans KR"/>
                <a:cs typeface="IBM Plex Sans KR"/>
              </a:defRPr>
            </a:defPPr>
            <a:lvl1pPr algn="ctr">
              <a:defRPr sz="1200" b="1">
                <a:solidFill>
                  <a:srgbClr val="1F2937"/>
                </a:solidFill>
                <a:latin typeface="IBM Plex Sans KR"/>
                <a:ea typeface="IBM Plex Sans KR"/>
                <a:cs typeface="IBM Plex Sans KR"/>
              </a:defRPr>
            </a:lvl1pPr>
            <a:lvl2pPr algn="ctr">
              <a:defRPr sz="1200" b="1">
                <a:solidFill>
                  <a:srgbClr val="1F2937"/>
                </a:solidFill>
                <a:latin typeface="IBM Plex Sans KR"/>
                <a:ea typeface="IBM Plex Sans KR"/>
                <a:cs typeface="IBM Plex Sans KR"/>
              </a:defRPr>
            </a:lvl2pPr>
            <a:lvl3pPr algn="ctr">
              <a:defRPr sz="1200" b="1">
                <a:solidFill>
                  <a:srgbClr val="1F2937"/>
                </a:solidFill>
                <a:latin typeface="IBM Plex Sans KR"/>
                <a:ea typeface="IBM Plex Sans KR"/>
                <a:cs typeface="IBM Plex Sans KR"/>
              </a:defRPr>
            </a:lvl3pPr>
            <a:lvl4pPr algn="ctr">
              <a:defRPr sz="1200" b="1">
                <a:solidFill>
                  <a:srgbClr val="1F2937"/>
                </a:solidFill>
                <a:latin typeface="IBM Plex Sans KR"/>
                <a:ea typeface="IBM Plex Sans KR"/>
                <a:cs typeface="IBM Plex Sans KR"/>
              </a:defRPr>
            </a:lvl4pPr>
            <a:lvl5pPr algn="ctr">
              <a:defRPr sz="1200" b="1">
                <a:solidFill>
                  <a:srgbClr val="1F2937"/>
                </a:solidFill>
                <a:latin typeface="IBM Plex Sans KR"/>
                <a:ea typeface="IBM Plex Sans KR"/>
                <a:cs typeface="IBM Plex Sans KR"/>
              </a:defRPr>
            </a:lvl5pPr>
            <a:lvl6pPr algn="ctr">
              <a:defRPr sz="1200" b="1">
                <a:solidFill>
                  <a:srgbClr val="1F2937"/>
                </a:solidFill>
                <a:latin typeface="IBM Plex Sans KR"/>
                <a:ea typeface="IBM Plex Sans KR"/>
                <a:cs typeface="IBM Plex Sans KR"/>
              </a:defRPr>
            </a:lvl6pPr>
            <a:lvl7pPr algn="ctr">
              <a:defRPr sz="1200" b="1">
                <a:solidFill>
                  <a:srgbClr val="1F2937"/>
                </a:solidFill>
                <a:latin typeface="IBM Plex Sans KR"/>
                <a:ea typeface="IBM Plex Sans KR"/>
                <a:cs typeface="IBM Plex Sans KR"/>
              </a:defRPr>
            </a:lvl7pPr>
            <a:lvl8pPr algn="ctr">
              <a:defRPr sz="1200" b="1">
                <a:solidFill>
                  <a:srgbClr val="1F2937"/>
                </a:solidFill>
                <a:latin typeface="IBM Plex Sans KR"/>
                <a:ea typeface="IBM Plex Sans KR"/>
                <a:cs typeface="IBM Plex Sans KR"/>
              </a:defRPr>
            </a:lvl8pPr>
            <a:lvl9pPr algn="ctr">
              <a:defRPr sz="1200" b="1">
                <a:solidFill>
                  <a:srgbClr val="1F2937"/>
                </a:solidFill>
                <a:latin typeface="IBM Plex Sans KR"/>
                <a:ea typeface="IBM Plex Sans KR"/>
                <a:cs typeface="IBM Plex Sans KR"/>
              </a:defRPr>
            </a:lvl9pPr>
          </a:lstStyle>
          <a:p xmlns:a="http://schemas.openxmlformats.org/drawingml/2006/main">
            <a:pPr marL="0" marR="0" lvl="0" indent="0" algn="ctr">
              <a:lnSpc>
                <a:spcPct val="140000"/>
              </a:lnSpc>
              <a:spcBef>
                <a:spcPts val="0"/>
              </a:spcBef>
              <a:spcAft>
                <a:spcPts val="0"/>
              </a:spcAft>
              <a:buClr>
                <a:srgbClr val="1F2937"/>
              </a:buClr>
              <a:buSzPts val="1200"/>
              <a:buFont typeface="IBM Plex Sans KR"/>
              <a:buNone/>
              <a:defRPr sz="1200" b="1">
                <a:solidFill>
                  <a:srgbClr val="1F2937"/>
                </a:solidFill>
                <a:latin typeface="IBM Plex Sans KR"/>
                <a:ea typeface="IBM Plex Sans KR"/>
                <a:cs typeface="IBM Plex Sans KR"/>
              </a:defRPr>
            </a:pPr>
            <a:r>
              <a:rPr sz="1200" b="1" i="0" u="none" strike="noStrike" cap="none">
                <a:solidFill>
                  <a:srgbClr val="1F2937"/>
                </a:solidFill>
                <a:latin typeface="IBM Plex Sans KR"/>
                <a:ea typeface="IBM Plex Sans KR"/>
                <a:cs typeface="IBM Plex Sans KR"/>
              </a:rPr>
              <a:t>실측</a:t>
            </a:r>
            <a:endParaRPr sz="1200" b="0" i="0" u="none" strike="noStrike" cap="none">
              <a:solidFill>
                <a:schemeClr val="dk1"/>
              </a:solidFill>
              <a:latin typeface="IBM Plex Sans KR"/>
              <a:ea typeface="IBM Plex Sans KR"/>
              <a:cs typeface="IBM Plex Sans KR"/>
            </a:endParaRPr>
          </a:p>
        </p:txBody>
      </p:sp>
      <p:sp>
        <p:nvSpPr>
          <p:cNvPr id="243" name="Google Shape;243;p10">
            <a:extLst xmlns:a="http://schemas.openxmlformats.org/drawingml/2006/main">
              <a:ext uri="{FF2B5EF4-FFF2-40B4-BE49-F238E27FC236}">
                <a16:creationId xmlns:a16="http://schemas.microsoft.com/office/drawing/2014/main" id="{A9FEA2C8-88FA-45C2-B329-CCE2C98088DB}"/>
              </a:ext>
            </a:extLst>
          </p:cNvPr>
          <p:cNvSpPr>
            <a:spLocks xmlns:a="http://schemas.openxmlformats.org/drawingml/2006/main" noGrp="1"/>
          </p:cNvSpPr>
          <p:nvPr/>
        </p:nvSpPr>
        <p:spPr>
          <a:xfrm xmlns:a="http://schemas.openxmlformats.org/drawingml/2006/main">
            <a:off x="812752" y="6238335"/>
            <a:ext cx="2518641" cy="23869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marR="0" lvl="0" indent="0" algn="l">
              <a:lnSpc>
                <a:spcPct val="140000"/>
              </a:lnSpc>
              <a:spcBef>
                <a:spcPts val="0"/>
              </a:spcBef>
              <a:spcAft>
                <a:spcPts val="0"/>
              </a:spcAft>
              <a:buClr>
                <a:srgbClr val="1F2937"/>
              </a:buClr>
              <a:buSzPts val="1200"/>
              <a:buFont typeface="IBM Plex Sans KR"/>
              <a:buNone/>
            </a:pPr>
            <a:r>
              <a:rPr sz="1200" b="0" i="0" u="none" strike="noStrike" cap="none">
                <a:solidFill>
                  <a:srgbClr val="1F2937"/>
                </a:solidFill>
                <a:latin typeface="IBM Plex Sans KR"/>
                <a:ea typeface="IBM Plex Sans KR"/>
                <a:cs typeface="IBM Plex Sans KR"/>
              </a:rPr>
              <a:t>AI Agent 미니 프로젝트 결과 발표</a:t>
            </a:r>
            <a:endParaRPr sz="1200" b="0" i="0" u="none" strike="noStrike" cap="none">
              <a:solidFill>
                <a:schemeClr val="dk1"/>
              </a:solidFill>
              <a:latin typeface="IBM Plex Sans KR"/>
              <a:ea typeface="IBM Plex Sans KR"/>
              <a:cs typeface="IBM Plex Sans KR"/>
            </a:endParaRPr>
          </a:p>
        </p:txBody>
      </p:sp>
      <p:sp>
        <p:nvSpPr>
          <p:cNvPr id="244" name="Google Shape;244;p10">
            <a:extLst xmlns:a="http://schemas.openxmlformats.org/drawingml/2006/main">
              <a:ext uri="{FF2B5EF4-FFF2-40B4-BE49-F238E27FC236}">
                <a16:creationId xmlns:a16="http://schemas.microsoft.com/office/drawing/2014/main" id="{2DB7E7F6-87D3-4E7E-994E-94F8F62651BC}"/>
              </a:ext>
            </a:extLst>
          </p:cNvPr>
          <p:cNvSpPr>
            <a:spLocks xmlns:a="http://schemas.openxmlformats.org/drawingml/2006/main" noGrp="1"/>
          </p:cNvSpPr>
          <p:nvPr/>
        </p:nvSpPr>
        <p:spPr>
          <a:xfrm xmlns:a="http://schemas.openxmlformats.org/drawingml/2006/main">
            <a:off x="10883154" y="6238335"/>
            <a:ext cx="595312" cy="23869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marR="0" lvl="0" indent="0" algn="l">
              <a:lnSpc>
                <a:spcPct val="140000"/>
              </a:lnSpc>
              <a:spcBef>
                <a:spcPts val="0"/>
              </a:spcBef>
              <a:spcAft>
                <a:spcPts val="0"/>
              </a:spcAft>
              <a:buClr>
                <a:srgbClr val="1F2937"/>
              </a:buClr>
              <a:buSzPts val="1200"/>
              <a:buFont typeface="IBM Plex Sans KR"/>
              <a:buNone/>
            </a:pPr>
            <a:r>
              <a:rPr sz="1200" b="0" i="0" u="none" strike="noStrike" cap="none">
                <a:solidFill>
                  <a:srgbClr val="1F2937"/>
                </a:solidFill>
                <a:latin typeface="IBM Plex Sans KR"/>
                <a:ea typeface="IBM Plex Sans KR"/>
                <a:cs typeface="IBM Plex Sans KR"/>
              </a:rPr>
              <a:t>10 / 14</a:t>
            </a:r>
            <a:endParaRPr sz="1200" b="0" i="0" u="none" strike="noStrike" cap="none">
              <a:solidFill>
                <a:schemeClr val="dk1"/>
              </a:solidFill>
              <a:latin typeface="IBM Plex Sans KR"/>
              <a:ea typeface="IBM Plex Sans KR"/>
              <a:cs typeface="IBM Plex Sans KR"/>
            </a:endParaRPr>
          </a:p>
        </p:txBody>
      </p:sp>
      <p:graphicFrame>
        <p:nvGraphicFramePr>
          <p:cNvPr id="245" name="">
            <a:extLst xmlns:a="http://schemas.openxmlformats.org/drawingml/2006/main">
              <a:ext uri="{FF2B5EF4-FFF2-40B4-BE49-F238E27FC236}">
                <a16:creationId xmlns:a16="http://schemas.microsoft.com/office/drawing/2014/main" id="{0ED03DF1-76AF-41BC-A371-E2F291903505}"/>
              </a:ext>
            </a:extLst>
          </p:cNvPr>
          <p:cNvGraphicFramePr/>
          <p:nvPr/>
        </p:nvGraphicFramePr>
        <p:xfrm>
          <a:off xmlns:a="http://schemas.openxmlformats.org/drawingml/2006/main" x="1009650" y="1857375"/>
          <a:ext xmlns:a="http://schemas.openxmlformats.org/drawingml/2006/main" cx="10248900" cy="2000250"/>
        </p:xfrm>
        <a:graphic xmlns:a="http://schemas.openxmlformats.org/drawingml/2006/main">
          <a:graphicData uri="http://schemas.openxmlformats.org/drawingml/2006/table">
            <a:tbl>
              <a:tblPr/>
              <a:tblGrid>
                <a:gridCol w="2562225"/>
                <a:gridCol w="2562225"/>
                <a:gridCol w="2562225"/>
                <a:gridCol w="2562225"/>
              </a:tblGrid>
              <a:tr h="500063">
                <a:tc>
                  <a:txBody>
                    <a:bodyPr/>
                    <a:lstStyle/>
                    <a:p>
                      <a:r>
                        <a:rPr sz="1425" b="1">
                          <a:solidFill>
                            <a:srgbClr val="222831"/>
                          </a:solidFill>
                          <a:latin typeface="IBM Plex Sans KR"/>
                          <a:ea typeface="IBM Plex Sans KR"/>
                          <a:cs typeface="IBM Plex Sans KR"/>
                        </a:rPr>
                        <a:t>더미 사례</a:t>
                      </a:r>
                    </a:p>
                  </a:txBody>
                  <a:tcPr marL="95250" marR="95250" marT="95250" marB="95250">
                    <a:lnL w="9525">
                      <a:solidFill>
                        <a:srgbClr val="BFCADF"/>
                      </a:solidFill>
                      <a:prstDash val="solid"/>
                    </a:lnL>
                    <a:lnR w="9525">
                      <a:solidFill>
                        <a:srgbClr val="BFCADF"/>
                      </a:solidFill>
                      <a:prstDash val="solid"/>
                    </a:lnR>
                    <a:lnT w="9525">
                      <a:solidFill>
                        <a:srgbClr val="BFCADF"/>
                      </a:solidFill>
                      <a:prstDash val="solid"/>
                    </a:lnT>
                    <a:lnB w="9525">
                      <a:solidFill>
                        <a:srgbClr val="BFCADF"/>
                      </a:solidFill>
                      <a:prstDash val="solid"/>
                    </a:lnB>
                    <a:solidFill>
                      <a:srgbClr val="DDE5FB"/>
                    </a:solidFill>
                  </a:tcPr>
                </a:tc>
                <a:tc>
                  <a:txBody>
                    <a:bodyPr/>
                    <a:lstStyle/>
                    <a:p>
                      <a:r>
                        <a:rPr sz="1425" b="1">
                          <a:solidFill>
                            <a:srgbClr val="222831"/>
                          </a:solidFill>
                          <a:latin typeface="IBM Plex Sans KR"/>
                          <a:ea typeface="IBM Plex Sans KR"/>
                          <a:cs typeface="IBM Plex Sans KR"/>
                        </a:rPr>
                        <a:t>현재 확정 이수</a:t>
                      </a:r>
                    </a:p>
                  </a:txBody>
                  <a:tcPr marL="95250" marR="95250" marT="95250" marB="95250">
                    <a:lnR w="9525">
                      <a:solidFill>
                        <a:srgbClr val="BFCADF"/>
                      </a:solidFill>
                      <a:prstDash val="solid"/>
                    </a:lnR>
                    <a:lnT w="9525">
                      <a:solidFill>
                        <a:srgbClr val="BFCADF"/>
                      </a:solidFill>
                      <a:prstDash val="solid"/>
                    </a:lnT>
                    <a:lnB w="9525">
                      <a:solidFill>
                        <a:srgbClr val="BFCADF"/>
                      </a:solidFill>
                      <a:prstDash val="solid"/>
                    </a:lnB>
                    <a:solidFill>
                      <a:srgbClr val="DDE5FB"/>
                    </a:solidFill>
                  </a:tcPr>
                </a:tc>
                <a:tc>
                  <a:txBody>
                    <a:bodyPr/>
                    <a:lstStyle/>
                    <a:p>
                      <a:r>
                        <a:rPr sz="1425" b="1">
                          <a:solidFill>
                            <a:srgbClr val="222831"/>
                          </a:solidFill>
                          <a:latin typeface="IBM Plex Sans KR"/>
                          <a:ea typeface="IBM Plex Sans KR"/>
                          <a:cs typeface="IBM Plex Sans KR"/>
                        </a:rPr>
                        <a:t>목표까지 전망</a:t>
                      </a:r>
                    </a:p>
                  </a:txBody>
                  <a:tcPr marL="95250" marR="95250" marT="95250" marB="95250">
                    <a:lnR w="9525">
                      <a:solidFill>
                        <a:srgbClr val="BFCADF"/>
                      </a:solidFill>
                      <a:prstDash val="solid"/>
                    </a:lnR>
                    <a:lnT w="9525">
                      <a:solidFill>
                        <a:srgbClr val="BFCADF"/>
                      </a:solidFill>
                      <a:prstDash val="solid"/>
                    </a:lnT>
                    <a:lnB w="9525">
                      <a:solidFill>
                        <a:srgbClr val="BFCADF"/>
                      </a:solidFill>
                      <a:prstDash val="solid"/>
                    </a:lnB>
                    <a:solidFill>
                      <a:srgbClr val="DDE5FB"/>
                    </a:solidFill>
                  </a:tcPr>
                </a:tc>
                <a:tc>
                  <a:txBody>
                    <a:bodyPr/>
                    <a:lstStyle/>
                    <a:p>
                      <a:r>
                        <a:rPr sz="1425" b="1">
                          <a:solidFill>
                            <a:srgbClr val="222831"/>
                          </a:solidFill>
                          <a:latin typeface="IBM Plex Sans KR"/>
                          <a:ea typeface="IBM Plex Sans KR"/>
                          <a:cs typeface="IBM Plex Sans KR"/>
                        </a:rPr>
                        <a:t>답변 핵심</a:t>
                      </a:r>
                    </a:p>
                  </a:txBody>
                  <a:tcPr marL="95250" marR="95250" marT="95250" marB="95250">
                    <a:lnR w="9525">
                      <a:solidFill>
                        <a:srgbClr val="BFCADF"/>
                      </a:solidFill>
                      <a:prstDash val="solid"/>
                    </a:lnR>
                    <a:lnT w="9525">
                      <a:solidFill>
                        <a:srgbClr val="BFCADF"/>
                      </a:solidFill>
                      <a:prstDash val="solid"/>
                    </a:lnT>
                    <a:lnB w="9525">
                      <a:solidFill>
                        <a:srgbClr val="BFCADF"/>
                      </a:solidFill>
                      <a:prstDash val="solid"/>
                    </a:lnB>
                    <a:solidFill>
                      <a:srgbClr val="DDE5FB"/>
                    </a:solidFill>
                  </a:tcPr>
                </a:tc>
              </a:tr>
              <a:tr h="500063">
                <a:tc>
                  <a:txBody>
                    <a:bodyPr/>
                    <a:lstStyle/>
                    <a:p>
                      <a:r>
                        <a:rPr sz="1425">
                          <a:solidFill>
                            <a:srgbClr val="222831"/>
                          </a:solidFill>
                          <a:latin typeface="IBM Plex Sans KR"/>
                          <a:ea typeface="IBM Plex Sans KR"/>
                          <a:cs typeface="IBM Plex Sans KR"/>
                        </a:rPr>
                        <a:t>정상 준비</a:t>
                      </a:r>
                    </a:p>
                  </a:txBody>
                  <a:tcPr marL="95250" marR="95250" marT="95250" marB="95250">
                    <a:lnL w="9525">
                      <a:solidFill>
                        <a:srgbClr val="BFCADF"/>
                      </a:solidFill>
                      <a:prstDash val="solid"/>
                    </a:lnL>
                    <a:lnR w="9525">
                      <a:solidFill>
                        <a:srgbClr val="BFCADF"/>
                      </a:solidFill>
                      <a:prstDash val="solid"/>
                    </a:lnR>
                    <a:lnB w="9525">
                      <a:solidFill>
                        <a:srgbClr val="BFCADF"/>
                      </a:solidFill>
                      <a:prstDash val="solid"/>
                    </a:lnB>
                  </a:tcPr>
                </a:tc>
                <a:tc>
                  <a:txBody>
                    <a:bodyPr/>
                    <a:lstStyle/>
                    <a:p>
                      <a:r>
                        <a:rPr sz="1425">
                          <a:solidFill>
                            <a:srgbClr val="222831"/>
                          </a:solidFill>
                          <a:latin typeface="IBM Plex Sans KR"/>
                          <a:ea typeface="IBM Plex Sans KR"/>
                          <a:cs typeface="IBM Plex Sans KR"/>
                        </a:rPr>
                        <a:t>90 / 123학점</a:t>
                      </a:r>
                    </a:p>
                  </a:txBody>
                  <a:tcPr marL="95250" marR="95250" marT="95250" marB="95250">
                    <a:lnR w="9525">
                      <a:solidFill>
                        <a:srgbClr val="BFCADF"/>
                      </a:solidFill>
                      <a:prstDash val="solid"/>
                    </a:lnR>
                    <a:lnB w="9525">
                      <a:solidFill>
                        <a:srgbClr val="BFCADF"/>
                      </a:solidFill>
                      <a:prstDash val="solid"/>
                    </a:lnB>
                  </a:tcPr>
                </a:tc>
                <a:tc>
                  <a:txBody>
                    <a:bodyPr/>
                    <a:lstStyle/>
                    <a:p>
                      <a:r>
                        <a:rPr sz="1425">
                          <a:solidFill>
                            <a:srgbClr val="222831"/>
                          </a:solidFill>
                          <a:latin typeface="IBM Plex Sans KR"/>
                          <a:ea typeface="IBM Plex Sans KR"/>
                          <a:cs typeface="IBM Plex Sans KR"/>
                        </a:rPr>
                        <a:t>105 + 9 + 9 = 123</a:t>
                      </a:r>
                    </a:p>
                  </a:txBody>
                  <a:tcPr marL="95250" marR="95250" marT="95250" marB="95250">
                    <a:lnR w="9525">
                      <a:solidFill>
                        <a:srgbClr val="BFCADF"/>
                      </a:solidFill>
                      <a:prstDash val="solid"/>
                    </a:lnR>
                    <a:lnB w="9525">
                      <a:solidFill>
                        <a:srgbClr val="BFCADF"/>
                      </a:solidFill>
                      <a:prstDash val="solid"/>
                    </a:lnB>
                  </a:tcPr>
                </a:tc>
                <a:tc>
                  <a:txBody>
                    <a:bodyPr/>
                    <a:lstStyle/>
                    <a:p>
                      <a:r>
                        <a:rPr sz="1425">
                          <a:solidFill>
                            <a:srgbClr val="222831"/>
                          </a:solidFill>
                          <a:latin typeface="IBM Plex Sans KR"/>
                          <a:ea typeface="IBM Plex Sans KR"/>
                          <a:cs typeface="IBM Plex Sans KR"/>
                        </a:rPr>
                        <a:t>현재 미충족 / 조건부 가능</a:t>
                      </a:r>
                    </a:p>
                  </a:txBody>
                  <a:tcPr marL="95250" marR="95250" marT="95250" marB="95250">
                    <a:lnR w="9525">
                      <a:solidFill>
                        <a:srgbClr val="BFCADF"/>
                      </a:solidFill>
                      <a:prstDash val="solid"/>
                    </a:lnR>
                    <a:lnB w="9525">
                      <a:solidFill>
                        <a:srgbClr val="BFCADF"/>
                      </a:solidFill>
                      <a:prstDash val="solid"/>
                    </a:lnB>
                  </a:tcPr>
                </a:tc>
              </a:tr>
              <a:tr h="500063">
                <a:tc>
                  <a:txBody>
                    <a:bodyPr/>
                    <a:lstStyle/>
                    <a:p>
                      <a:r>
                        <a:rPr sz="1425">
                          <a:solidFill>
                            <a:srgbClr val="222831"/>
                          </a:solidFill>
                          <a:latin typeface="IBM Plex Sans KR"/>
                          <a:ea typeface="IBM Plex Sans KR"/>
                          <a:cs typeface="IBM Plex Sans KR"/>
                        </a:rPr>
                        <a:t>학점 부족</a:t>
                      </a:r>
                    </a:p>
                  </a:txBody>
                  <a:tcPr marL="95250" marR="95250" marT="95250" marB="95250">
                    <a:lnL w="9525">
                      <a:solidFill>
                        <a:srgbClr val="BFCADF"/>
                      </a:solidFill>
                      <a:prstDash val="solid"/>
                    </a:lnL>
                    <a:lnR w="9525">
                      <a:solidFill>
                        <a:srgbClr val="BFCADF"/>
                      </a:solidFill>
                      <a:prstDash val="solid"/>
                    </a:lnR>
                    <a:lnB w="9525">
                      <a:solidFill>
                        <a:srgbClr val="BFCADF"/>
                      </a:solidFill>
                      <a:prstDash val="solid"/>
                    </a:lnB>
                  </a:tcPr>
                </a:tc>
                <a:tc>
                  <a:txBody>
                    <a:bodyPr/>
                    <a:lstStyle/>
                    <a:p>
                      <a:r>
                        <a:rPr sz="1425">
                          <a:solidFill>
                            <a:srgbClr val="222831"/>
                          </a:solidFill>
                          <a:latin typeface="IBM Plex Sans KR"/>
                          <a:ea typeface="IBM Plex Sans KR"/>
                          <a:cs typeface="IBM Plex Sans KR"/>
                        </a:rPr>
                        <a:t>38 / 123학점</a:t>
                      </a:r>
                    </a:p>
                  </a:txBody>
                  <a:tcPr marL="95250" marR="95250" marT="95250" marB="95250">
                    <a:lnR w="9525">
                      <a:solidFill>
                        <a:srgbClr val="BFCADF"/>
                      </a:solidFill>
                      <a:prstDash val="solid"/>
                    </a:lnR>
                    <a:lnB w="9525">
                      <a:solidFill>
                        <a:srgbClr val="BFCADF"/>
                      </a:solidFill>
                      <a:prstDash val="solid"/>
                    </a:lnB>
                  </a:tcPr>
                </a:tc>
                <a:tc>
                  <a:txBody>
                    <a:bodyPr/>
                    <a:lstStyle/>
                    <a:p>
                      <a:r>
                        <a:rPr sz="1425">
                          <a:solidFill>
                            <a:srgbClr val="222831"/>
                          </a:solidFill>
                          <a:latin typeface="IBM Plex Sans KR"/>
                          <a:ea typeface="IBM Plex Sans KR"/>
                          <a:cs typeface="IBM Plex Sans KR"/>
                        </a:rPr>
                        <a:t>53 + 18 + 18 = 89</a:t>
                      </a:r>
                    </a:p>
                  </a:txBody>
                  <a:tcPr marL="95250" marR="95250" marT="95250" marB="95250">
                    <a:lnR w="9525">
                      <a:solidFill>
                        <a:srgbClr val="BFCADF"/>
                      </a:solidFill>
                      <a:prstDash val="solid"/>
                    </a:lnR>
                    <a:lnB w="9525">
                      <a:solidFill>
                        <a:srgbClr val="BFCADF"/>
                      </a:solidFill>
                      <a:prstDash val="solid"/>
                    </a:lnB>
                  </a:tcPr>
                </a:tc>
                <a:tc>
                  <a:txBody>
                    <a:bodyPr/>
                    <a:lstStyle/>
                    <a:p>
                      <a:r>
                        <a:rPr sz="1425">
                          <a:solidFill>
                            <a:srgbClr val="222831"/>
                          </a:solidFill>
                          <a:latin typeface="IBM Plex Sans KR"/>
                          <a:ea typeface="IBM Plex Sans KR"/>
                          <a:cs typeface="IBM Plex Sans KR"/>
                        </a:rPr>
                        <a:t>해당 계획에서 34학점 부족</a:t>
                      </a:r>
                    </a:p>
                  </a:txBody>
                  <a:tcPr marL="95250" marR="95250" marT="95250" marB="95250">
                    <a:lnR w="9525">
                      <a:solidFill>
                        <a:srgbClr val="BFCADF"/>
                      </a:solidFill>
                      <a:prstDash val="solid"/>
                    </a:lnR>
                    <a:lnB w="9525">
                      <a:solidFill>
                        <a:srgbClr val="BFCADF"/>
                      </a:solidFill>
                      <a:prstDash val="solid"/>
                    </a:lnB>
                  </a:tcPr>
                </a:tc>
              </a:tr>
              <a:tr h="500063">
                <a:tc>
                  <a:txBody>
                    <a:bodyPr/>
                    <a:lstStyle/>
                    <a:p>
                      <a:r>
                        <a:rPr sz="1425">
                          <a:solidFill>
                            <a:srgbClr val="222831"/>
                          </a:solidFill>
                          <a:latin typeface="IBM Plex Sans KR"/>
                          <a:ea typeface="IBM Plex Sans KR"/>
                          <a:cs typeface="IBM Plex Sans KR"/>
                        </a:rPr>
                        <a:t>자료 누락</a:t>
                      </a:r>
                    </a:p>
                  </a:txBody>
                  <a:tcPr marL="95250" marR="95250" marT="95250" marB="95250">
                    <a:lnL w="9525">
                      <a:solidFill>
                        <a:srgbClr val="BFCADF"/>
                      </a:solidFill>
                      <a:prstDash val="solid"/>
                    </a:lnL>
                    <a:lnR w="9525">
                      <a:solidFill>
                        <a:srgbClr val="BFCADF"/>
                      </a:solidFill>
                      <a:prstDash val="solid"/>
                    </a:lnR>
                    <a:lnB w="9525">
                      <a:solidFill>
                        <a:srgbClr val="BFCADF"/>
                      </a:solidFill>
                      <a:prstDash val="solid"/>
                    </a:lnB>
                  </a:tcPr>
                </a:tc>
                <a:tc>
                  <a:txBody>
                    <a:bodyPr/>
                    <a:lstStyle/>
                    <a:p>
                      <a:r>
                        <a:rPr sz="1425">
                          <a:solidFill>
                            <a:srgbClr val="222831"/>
                          </a:solidFill>
                          <a:latin typeface="IBM Plex Sans KR"/>
                          <a:ea typeface="IBM Plex Sans KR"/>
                          <a:cs typeface="IBM Plex Sans KR"/>
                        </a:rPr>
                        <a:t>90학점 확인</a:t>
                      </a:r>
                    </a:p>
                  </a:txBody>
                  <a:tcPr marL="95250" marR="95250" marT="95250" marB="95250">
                    <a:lnR w="9525">
                      <a:solidFill>
                        <a:srgbClr val="BFCADF"/>
                      </a:solidFill>
                      <a:prstDash val="solid"/>
                    </a:lnR>
                    <a:lnB w="9525">
                      <a:solidFill>
                        <a:srgbClr val="BFCADF"/>
                      </a:solidFill>
                      <a:prstDash val="solid"/>
                    </a:lnB>
                  </a:tcPr>
                </a:tc>
                <a:tc>
                  <a:txBody>
                    <a:bodyPr/>
                    <a:lstStyle/>
                    <a:p>
                      <a:r>
                        <a:rPr sz="1425">
                          <a:solidFill>
                            <a:srgbClr val="222831"/>
                          </a:solidFill>
                          <a:latin typeface="IBM Plex Sans KR"/>
                          <a:ea typeface="IBM Plex Sans KR"/>
                          <a:cs typeface="IBM Plex Sans KR"/>
                        </a:rPr>
                        <a:t>채플 기록 미확인</a:t>
                      </a:r>
                    </a:p>
                  </a:txBody>
                  <a:tcPr marL="95250" marR="95250" marT="95250" marB="95250">
                    <a:lnR w="9525">
                      <a:solidFill>
                        <a:srgbClr val="BFCADF"/>
                      </a:solidFill>
                      <a:prstDash val="solid"/>
                    </a:lnR>
                    <a:lnB w="9525">
                      <a:solidFill>
                        <a:srgbClr val="BFCADF"/>
                      </a:solidFill>
                      <a:prstDash val="solid"/>
                    </a:lnB>
                  </a:tcPr>
                </a:tc>
                <a:tc>
                  <a:txBody>
                    <a:bodyPr/>
                    <a:lstStyle/>
                    <a:p>
                      <a:r>
                        <a:rPr sz="1425">
                          <a:solidFill>
                            <a:srgbClr val="222831"/>
                          </a:solidFill>
                          <a:latin typeface="IBM Plex Sans KR"/>
                          <a:ea typeface="IBM Plex Sans KR"/>
                          <a:cs typeface="IBM Plex Sans KR"/>
                        </a:rPr>
                        <a:t>현재·목표 모두 확인 필요</a:t>
                      </a:r>
                    </a:p>
                  </a:txBody>
                  <a:tcPr marL="95250" marR="95250" marT="95250" marB="95250">
                    <a:lnR w="9525">
                      <a:solidFill>
                        <a:srgbClr val="BFCADF"/>
                      </a:solidFill>
                      <a:prstDash val="solid"/>
                    </a:lnR>
                    <a:lnB w="9525">
                      <a:solidFill>
                        <a:srgbClr val="BFCADF"/>
                      </a:solidFill>
                      <a:prstDash val="solid"/>
                    </a:lnB>
                  </a:tcPr>
                </a:tc>
              </a:tr>
            </a:tbl>
          </a:graphicData>
        </a:graphic>
      </p:graphicFrame>
      <p:sp>
        <p:nvSpPr>
          <p:cNvPr id="246" name="demo-source">
            <a:extLst xmlns:a="http://schemas.openxmlformats.org/drawingml/2006/main">
              <a:ext uri="{FF2B5EF4-FFF2-40B4-BE49-F238E27FC236}">
                <a16:creationId xmlns:a16="http://schemas.microsoft.com/office/drawing/2014/main" id="{1C11328F-A09A-4C8D-ABC2-4CDF26170D6A}"/>
              </a:ext>
            </a:extLst>
          </p:cNvPr>
          <p:cNvSpPr>
            <a:spLocks xmlns:a="http://schemas.openxmlformats.org/drawingml/2006/main" noGrp="1"/>
          </p:cNvSpPr>
          <p:nvPr/>
        </p:nvSpPr>
        <p:spPr>
          <a:xfrm xmlns:a="http://schemas.openxmlformats.org/drawingml/2006/main">
            <a:off x="1019175" y="3905250"/>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a:solidFill>
                  <a:srgbClr val="303A4C"/>
                </a:solidFill>
                <a:latin typeface="IBM Plex Sans KR"/>
                <a:ea typeface="IBM Plex Sans KR"/>
                <a:cs typeface="IBM Plex Sans KR"/>
              </a:defRPr>
            </a:defPPr>
            <a:lvl1pPr>
              <a:defRPr sz="1050">
                <a:solidFill>
                  <a:srgbClr val="303A4C"/>
                </a:solidFill>
                <a:latin typeface="IBM Plex Sans KR"/>
                <a:ea typeface="IBM Plex Sans KR"/>
                <a:cs typeface="IBM Plex Sans KR"/>
              </a:defRPr>
            </a:lvl1pPr>
            <a:lvl2pPr>
              <a:defRPr sz="1050">
                <a:solidFill>
                  <a:srgbClr val="303A4C"/>
                </a:solidFill>
                <a:latin typeface="IBM Plex Sans KR"/>
                <a:ea typeface="IBM Plex Sans KR"/>
                <a:cs typeface="IBM Plex Sans KR"/>
              </a:defRPr>
            </a:lvl2pPr>
            <a:lvl3pPr>
              <a:defRPr sz="1050">
                <a:solidFill>
                  <a:srgbClr val="303A4C"/>
                </a:solidFill>
                <a:latin typeface="IBM Plex Sans KR"/>
                <a:ea typeface="IBM Plex Sans KR"/>
                <a:cs typeface="IBM Plex Sans KR"/>
              </a:defRPr>
            </a:lvl3pPr>
            <a:lvl4pPr>
              <a:defRPr sz="1050">
                <a:solidFill>
                  <a:srgbClr val="303A4C"/>
                </a:solidFill>
                <a:latin typeface="IBM Plex Sans KR"/>
                <a:ea typeface="IBM Plex Sans KR"/>
                <a:cs typeface="IBM Plex Sans KR"/>
              </a:defRPr>
            </a:lvl4pPr>
            <a:lvl5pPr>
              <a:defRPr sz="1050">
                <a:solidFill>
                  <a:srgbClr val="303A4C"/>
                </a:solidFill>
                <a:latin typeface="IBM Plex Sans KR"/>
                <a:ea typeface="IBM Plex Sans KR"/>
                <a:cs typeface="IBM Plex Sans KR"/>
              </a:defRPr>
            </a:lvl5pPr>
            <a:lvl6pPr>
              <a:defRPr sz="1050">
                <a:solidFill>
                  <a:srgbClr val="303A4C"/>
                </a:solidFill>
                <a:latin typeface="IBM Plex Sans KR"/>
                <a:ea typeface="IBM Plex Sans KR"/>
                <a:cs typeface="IBM Plex Sans KR"/>
              </a:defRPr>
            </a:lvl6pPr>
            <a:lvl7pPr>
              <a:defRPr sz="1050">
                <a:solidFill>
                  <a:srgbClr val="303A4C"/>
                </a:solidFill>
                <a:latin typeface="IBM Plex Sans KR"/>
                <a:ea typeface="IBM Plex Sans KR"/>
                <a:cs typeface="IBM Plex Sans KR"/>
              </a:defRPr>
            </a:lvl7pPr>
            <a:lvl8pPr>
              <a:defRPr sz="1050">
                <a:solidFill>
                  <a:srgbClr val="303A4C"/>
                </a:solidFill>
                <a:latin typeface="IBM Plex Sans KR"/>
                <a:ea typeface="IBM Plex Sans KR"/>
                <a:cs typeface="IBM Plex Sans KR"/>
              </a:defRPr>
            </a:lvl8pPr>
            <a:lvl9pPr>
              <a:defRPr sz="1050">
                <a:solidFill>
                  <a:srgbClr val="303A4C"/>
                </a:solidFill>
                <a:latin typeface="IBM Plex Sans KR"/>
                <a:ea typeface="IBM Plex Sans KR"/>
                <a:cs typeface="IBM Plex Sans KR"/>
              </a:defRPr>
            </a:lvl9pPr>
          </a:lstStyle>
          <a:p xmlns:a="http://schemas.openxmlformats.org/drawingml/2006/main">
            <a:pPr>
              <a:lnSpc>
                <a:spcPct val="115000"/>
              </a:lnSpc>
              <a:buNone/>
              <a:defRPr sz="1050">
                <a:solidFill>
                  <a:srgbClr val="303A4C"/>
                </a:solidFill>
                <a:latin typeface="IBM Plex Sans KR"/>
                <a:ea typeface="IBM Plex Sans KR"/>
                <a:cs typeface="IBM Plex Sans KR"/>
              </a:defRPr>
            </a:pPr>
            <a:r>
              <a:rPr sz="1050">
                <a:solidFill>
                  <a:srgbClr val="303A4C"/>
                </a:solidFill>
                <a:latin typeface="IBM Plex Sans KR"/>
                <a:ea typeface="IBM Plex Sans KR"/>
                <a:cs typeface="IBM Plex Sans KR"/>
              </a:rPr>
              <a:t>가상 입력의 계산·ChatGPT 3사례 검사. 부족 전망은 현재 수강 15 통과 + 남은 2학기 각 18, 계절·초과학점 제외.</a:t>
            </a:r>
          </a:p>
        </p:txBody>
      </p:sp>
    </p:spTree>
    <p:extLst>
      <p:ext uri="{BB962C8B-B14F-4D97-AF65-F5344CB8AC3E}">
        <p14:creationId xmlns:p14="http://schemas.microsoft.com/office/powerpoint/2010/main" val="247463105"/>
      </p:ext>
    </p:extLst>
  </p:cSld>
</p:sld>
</file>

<file path=ppt/slides/slide11.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250" name="Google Shape;250;p11">
            <a:extLst xmlns:a="http://schemas.openxmlformats.org/drawingml/2006/main">
              <a:ext uri="{FF2B5EF4-FFF2-40B4-BE49-F238E27FC236}">
                <a16:creationId xmlns:a16="http://schemas.microsoft.com/office/drawing/2014/main" id="{9194C308-304C-491F-B602-00FB8E124CFD}"/>
              </a:ext>
            </a:extLst>
          </p:cNvPr>
          <p:cNvSpPr>
            <a:spLocks xmlns:a="http://schemas.openxmlformats.org/drawingml/2006/main" noGrp="1"/>
          </p:cNvSpPr>
          <p:nvPr/>
        </p:nvSpPr>
        <p:spPr>
          <a:xfrm xmlns:a="http://schemas.openxmlformats.org/drawingml/2006/main">
            <a:off x="812752" y="660375"/>
            <a:ext cx="10883490" cy="20820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marR="0" lvl="0" indent="0" algn="l">
              <a:lnSpc>
                <a:spcPct val="120000"/>
              </a:lnSpc>
              <a:spcBef>
                <a:spcPts val="0"/>
              </a:spcBef>
              <a:spcAft>
                <a:spcPts val="0"/>
              </a:spcAft>
              <a:buClr>
                <a:srgbClr val="1D4ED8"/>
              </a:buClr>
              <a:buSzPts val="1200"/>
              <a:buFont typeface="IBM Plex Sans KR"/>
              <a:buNone/>
            </a:pPr>
            <a:r>
              <a:rPr sz="1200" b="1" i="0" u="none" strike="noStrike" cap="none">
                <a:solidFill>
                  <a:srgbClr val="1D4ED8"/>
                </a:solidFill>
                <a:latin typeface="IBM Plex Sans KR"/>
                <a:ea typeface="IBM Plex Sans KR"/>
                <a:cs typeface="IBM Plex Sans KR"/>
              </a:rPr>
              <a:t>08 · 평가</a:t>
            </a:r>
            <a:endParaRPr sz="1200" b="0" i="0" u="none" strike="noStrike" cap="none">
              <a:solidFill>
                <a:schemeClr val="dk1"/>
              </a:solidFill>
              <a:latin typeface="IBM Plex Sans KR"/>
              <a:ea typeface="IBM Plex Sans KR"/>
              <a:cs typeface="IBM Plex Sans KR"/>
            </a:endParaRPr>
          </a:p>
        </p:txBody>
      </p:sp>
      <p:sp>
        <p:nvSpPr>
          <p:cNvPr id="251" name="Google Shape;251;p11">
            <a:extLst xmlns:a="http://schemas.openxmlformats.org/drawingml/2006/main">
              <a:ext uri="{FF2B5EF4-FFF2-40B4-BE49-F238E27FC236}">
                <a16:creationId xmlns:a16="http://schemas.microsoft.com/office/drawing/2014/main" id="{7A6A33F0-7090-44EC-A30C-CD4099E56840}"/>
              </a:ext>
            </a:extLst>
          </p:cNvPr>
          <p:cNvSpPr>
            <a:spLocks xmlns:a="http://schemas.openxmlformats.org/drawingml/2006/main" noGrp="1"/>
          </p:cNvSpPr>
          <p:nvPr>
            <p:ph type="title" idx="0"/>
          </p:nvPr>
        </p:nvSpPr>
        <p:spPr>
          <a:xfrm xmlns:a="http://schemas.openxmlformats.org/drawingml/2006/main">
            <a:off x="812752" y="906680"/>
            <a:ext cx="10883490" cy="42161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lvl="0" indent="0" algn="l">
              <a:lnSpc>
                <a:spcPct val="120000"/>
              </a:lnSpc>
              <a:spcBef>
                <a:spcPts val="0"/>
              </a:spcBef>
              <a:spcAft>
                <a:spcPts val="0"/>
              </a:spcAft>
              <a:buClr>
                <a:srgbClr val="1F2937"/>
              </a:buClr>
              <a:buSzPts val="2600"/>
              <a:buFont typeface="IBM Plex Sans KR"/>
              <a:buNone/>
            </a:pPr>
            <a:r>
              <a:rPr sz="2600" b="1" i="0">
                <a:solidFill>
                  <a:srgbClr val="1F2937"/>
                </a:solidFill>
                <a:latin typeface="IBM Plex Sans KR"/>
                <a:ea typeface="IBM Plex Sans KR"/>
                <a:cs typeface="IBM Plex Sans KR"/>
              </a:rPr>
              <a:t>평가 결과</a:t>
            </a:r>
            <a:endParaRPr sz="2600"/>
          </a:p>
        </p:txBody>
      </p:sp>
      <p:cxnSp>
        <p:nvCxnSpPr>
          <p:cNvPr id="252" name="Google Shape;252;p11">
            <a:extLst xmlns:a="http://schemas.openxmlformats.org/drawingml/2006/main">
              <a:ext uri="{FF2B5EF4-FFF2-40B4-BE49-F238E27FC236}">
                <a16:creationId xmlns:a16="http://schemas.microsoft.com/office/drawing/2014/main" id="{C44023E6-8706-4988-B839-D270C13A965B}"/>
              </a:ext>
            </a:extLst>
          </p:cNvPr>
          <p:cNvCxnSpPr/>
          <p:nvPr/>
        </p:nvCxnSpPr>
        <p:spPr>
          <a:xfrm xmlns:a="http://schemas.openxmlformats.org/drawingml/2006/main">
            <a:off x="11376089" y="1506093"/>
            <a:ext cx="0" cy="1876425"/>
          </a:xfrm>
          <a:prstGeom xmlns:a="http://schemas.openxmlformats.org/drawingml/2006/main" prst="straightConnector1">
            <a:avLst/>
          </a:prstGeom>
          <a:ln xmlns:a="http://schemas.openxmlformats.org/drawingml/2006/main" w="9525" cap="flat">
            <a:solidFill>
              <a:srgbClr val="CBD5E1"/>
            </a:solidFill>
            <a:prstDash val="solid"/>
            <a:round/>
            <a:headEnd type="none" w="sm" len="sm"/>
            <a:tailEnd type="none" w="sm" len="sm"/>
          </a:ln>
        </p:spPr>
      </p:cxnSp>
      <p:cxnSp>
        <p:nvCxnSpPr>
          <p:cNvPr id="253" name="Google Shape;253;p11">
            <a:extLst xmlns:a="http://schemas.openxmlformats.org/drawingml/2006/main">
              <a:ext uri="{FF2B5EF4-FFF2-40B4-BE49-F238E27FC236}">
                <a16:creationId xmlns:a16="http://schemas.microsoft.com/office/drawing/2014/main" id="{596B16AA-7BA7-4C75-ADB5-CBF40FE36AA4}"/>
              </a:ext>
            </a:extLst>
          </p:cNvPr>
          <p:cNvCxnSpPr/>
          <p:nvPr/>
        </p:nvCxnSpPr>
        <p:spPr>
          <a:xfrm xmlns:a="http://schemas.openxmlformats.org/drawingml/2006/main">
            <a:off x="812768" y="3374993"/>
            <a:ext cx="10566464" cy="0"/>
          </a:xfrm>
          <a:prstGeom xmlns:a="http://schemas.openxmlformats.org/drawingml/2006/main" prst="straightConnector1">
            <a:avLst/>
          </a:prstGeom>
          <a:ln xmlns:a="http://schemas.openxmlformats.org/drawingml/2006/main" w="9525" cap="flat">
            <a:solidFill>
              <a:srgbClr val="CBD5E1"/>
            </a:solidFill>
            <a:prstDash val="solid"/>
            <a:round/>
            <a:headEnd type="none" w="sm" len="sm"/>
            <a:tailEnd type="none" w="sm" len="sm"/>
          </a:ln>
        </p:spPr>
      </p:cxnSp>
      <p:graphicFrame>
        <p:nvGraphicFramePr>
          <p:cNvPr id="254" name="Google Shape;254;p11">
            <a:extLst xmlns:a="http://schemas.openxmlformats.org/drawingml/2006/main">
              <a:ext uri="{FF2B5EF4-FFF2-40B4-BE49-F238E27FC236}">
                <a16:creationId xmlns:a16="http://schemas.microsoft.com/office/drawing/2014/main" id="{AFDE8F5A-4F92-48B4-85F4-767B1F6F3C54}"/>
              </a:ext>
            </a:extLst>
          </p:cNvPr>
          <p:cNvGraphicFramePr/>
          <p:nvPr/>
        </p:nvGraphicFramePr>
        <p:xfrm>
          <a:off xmlns:a="http://schemas.openxmlformats.org/drawingml/2006/main" x="824294" y="1517618"/>
          <a:ext xmlns:a="http://schemas.openxmlformats.org/drawingml/2006/main" cx="10551128" cy="1857375"/>
        </p:xfrm>
        <a:graphic xmlns:a="http://schemas.openxmlformats.org/drawingml/2006/main">
          <a:graphicData uri="http://schemas.openxmlformats.org/drawingml/2006/table">
            <a:tbl>
              <a:tblPr>
                <a:tableStyleId>{30BA6B5B-347C-4C68-B835-C5660AAF6F3E}</a:tableStyleId>
              </a:tblPr>
              <a:tblGrid>
                <a:gridCol w="2286000"/>
                <a:gridCol w="3238500"/>
                <a:gridCol w="2095500"/>
                <a:gridCol w="2931128"/>
              </a:tblGrid>
              <a:tr h="342900">
                <a:tc>
                  <a:txBody>
                    <a:bodyPr/>
                    <a:lstStyle/>
                    <a:p>
                      <a:pPr marL="0" marR="0" lvl="0" indent="0" algn="l">
                        <a:lnSpc>
                          <a:spcPct val="110000"/>
                        </a:lnSpc>
                        <a:spcBef>
                          <a:spcPts val="0"/>
                        </a:spcBef>
                        <a:spcAft>
                          <a:spcPts val="0"/>
                        </a:spcAft>
                        <a:buClr>
                          <a:srgbClr val="1F2937"/>
                        </a:buClr>
                        <a:buSzPts val="1200"/>
                        <a:buFont typeface="IBM Plex Sans KR"/>
                        <a:buNone/>
                      </a:pPr>
                      <a:r>
                        <a:rPr sz="1200" b="1" u="none" strike="noStrike" cap="none">
                          <a:solidFill>
                            <a:srgbClr val="222831"/>
                          </a:solidFill>
                          <a:latin typeface="IBM Plex Sans KR"/>
                          <a:ea typeface="IBM Plex Sans KR"/>
                          <a:cs typeface="IBM Plex Sans KR"/>
                        </a:rPr>
                        <a:t>평가 항목</a:t>
                      </a:r>
                      <a:endParaRPr sz="1200" u="none" strike="noStrike" cap="none">
                        <a:latin typeface="IBM Plex Sans KR"/>
                        <a:ea typeface="IBM Plex Sans KR"/>
                        <a:cs typeface="IBM Plex Sans KR"/>
                      </a:endParaRPr>
                    </a:p>
                  </a:txBody>
                  <a:tcPr marL="53350" marR="53350" marT="53350" marB="53350">
                    <a:lnL w="12700" cmpd="sng">
                      <a:solidFill>
                        <a:srgbClr val="C8C9CA"/>
                      </a:solidFill>
                      <a:prstDash val="solid"/>
                    </a:lnL>
                    <a:lnR w="12700" cmpd="sng">
                      <a:solidFill>
                        <a:srgbClr val="BBC0CA"/>
                      </a:solidFill>
                      <a:prstDash val="solid"/>
                    </a:lnR>
                    <a:lnT w="12700" cmpd="sng">
                      <a:solidFill>
                        <a:srgbClr val="C8C9CA"/>
                      </a:solidFill>
                      <a:prstDash val="solid"/>
                    </a:lnT>
                    <a:lnB w="12700" cmpd="sng">
                      <a:solidFill>
                        <a:srgbClr val="BBC0CA"/>
                      </a:solidFill>
                      <a:prstDash val="solid"/>
                    </a:lnB>
                    <a:solidFill>
                      <a:srgbClr val="EAF0FD"/>
                    </a:solidFill>
                  </a:tcPr>
                </a:tc>
                <a:tc>
                  <a:txBody>
                    <a:bodyPr/>
                    <a:lstStyle/>
                    <a:p>
                      <a:pPr marL="0" marR="0" lvl="0" indent="0" algn="l">
                        <a:lnSpc>
                          <a:spcPct val="110000"/>
                        </a:lnSpc>
                        <a:spcBef>
                          <a:spcPts val="0"/>
                        </a:spcBef>
                        <a:spcAft>
                          <a:spcPts val="0"/>
                        </a:spcAft>
                        <a:buClr>
                          <a:srgbClr val="1F2937"/>
                        </a:buClr>
                        <a:buSzPts val="1200"/>
                        <a:buFont typeface="IBM Plex Sans KR"/>
                        <a:buNone/>
                      </a:pPr>
                      <a:r>
                        <a:rPr sz="1200" b="1" u="none" strike="noStrike" cap="none">
                          <a:solidFill>
                            <a:srgbClr val="222831"/>
                          </a:solidFill>
                          <a:latin typeface="IBM Plex Sans KR"/>
                          <a:ea typeface="IBM Plex Sans KR"/>
                          <a:cs typeface="IBM Plex Sans KR"/>
                        </a:rPr>
                        <a:t>평가 방법</a:t>
                      </a:r>
                      <a:endParaRPr sz="1200" u="none" strike="noStrike" cap="none">
                        <a:latin typeface="IBM Plex Sans KR"/>
                        <a:ea typeface="IBM Plex Sans KR"/>
                        <a:cs typeface="IBM Plex Sans KR"/>
                      </a:endParaRPr>
                    </a:p>
                  </a:txBody>
                  <a:tcPr marL="53350" marR="53350" marT="53350" marB="53350">
                    <a:lnL w="12700" cmpd="sng">
                      <a:solidFill>
                        <a:srgbClr val="BBC0CA"/>
                      </a:solidFill>
                      <a:prstDash val="solid"/>
                    </a:lnL>
                    <a:lnR w="12700" cmpd="sng">
                      <a:solidFill>
                        <a:srgbClr val="BBC0CA"/>
                      </a:solidFill>
                      <a:prstDash val="solid"/>
                    </a:lnR>
                    <a:lnT w="12700" cmpd="sng">
                      <a:solidFill>
                        <a:srgbClr val="C8C9CA"/>
                      </a:solidFill>
                      <a:prstDash val="solid"/>
                    </a:lnT>
                    <a:lnB w="12700" cmpd="sng">
                      <a:solidFill>
                        <a:srgbClr val="BBC0CA"/>
                      </a:solidFill>
                      <a:prstDash val="solid"/>
                    </a:lnB>
                    <a:solidFill>
                      <a:srgbClr val="EAF0FD"/>
                    </a:solidFill>
                  </a:tcPr>
                </a:tc>
                <a:tc>
                  <a:txBody>
                    <a:bodyPr/>
                    <a:lstStyle/>
                    <a:p>
                      <a:pPr marL="0" marR="0" lvl="0" indent="0" algn="l">
                        <a:lnSpc>
                          <a:spcPct val="110000"/>
                        </a:lnSpc>
                        <a:spcBef>
                          <a:spcPts val="0"/>
                        </a:spcBef>
                        <a:spcAft>
                          <a:spcPts val="0"/>
                        </a:spcAft>
                        <a:buClr>
                          <a:srgbClr val="1F2937"/>
                        </a:buClr>
                        <a:buSzPts val="1200"/>
                        <a:buFont typeface="IBM Plex Sans KR"/>
                        <a:buNone/>
                      </a:pPr>
                      <a:r>
                        <a:rPr sz="1200" b="1" u="none" strike="noStrike" cap="none">
                          <a:solidFill>
                            <a:srgbClr val="222831"/>
                          </a:solidFill>
                          <a:latin typeface="IBM Plex Sans KR"/>
                          <a:ea typeface="IBM Plex Sans KR"/>
                          <a:cs typeface="IBM Plex Sans KR"/>
                        </a:rPr>
                        <a:t>목표</a:t>
                      </a:r>
                      <a:endParaRPr sz="1200" u="none" strike="noStrike" cap="none">
                        <a:latin typeface="IBM Plex Sans KR"/>
                        <a:ea typeface="IBM Plex Sans KR"/>
                        <a:cs typeface="IBM Plex Sans KR"/>
                      </a:endParaRPr>
                    </a:p>
                  </a:txBody>
                  <a:tcPr marL="53350" marR="53350" marT="53350" marB="53350">
                    <a:lnL w="12700" cmpd="sng">
                      <a:solidFill>
                        <a:srgbClr val="BBC0CA"/>
                      </a:solidFill>
                      <a:prstDash val="solid"/>
                    </a:lnL>
                    <a:lnR w="12700" cmpd="sng">
                      <a:solidFill>
                        <a:srgbClr val="BBC0CA"/>
                      </a:solidFill>
                      <a:prstDash val="solid"/>
                    </a:lnR>
                    <a:lnT w="12700" cmpd="sng">
                      <a:solidFill>
                        <a:srgbClr val="C8C9CA"/>
                      </a:solidFill>
                      <a:prstDash val="solid"/>
                    </a:lnT>
                    <a:lnB w="12700" cmpd="sng">
                      <a:solidFill>
                        <a:srgbClr val="BBC0CA"/>
                      </a:solidFill>
                      <a:prstDash val="solid"/>
                    </a:lnB>
                    <a:solidFill>
                      <a:srgbClr val="EAF0FD"/>
                    </a:solidFill>
                  </a:tcPr>
                </a:tc>
                <a:tc>
                  <a:txBody>
                    <a:bodyPr/>
                    <a:lstStyle/>
                    <a:p>
                      <a:pPr marL="0" marR="0" lvl="0" indent="0" algn="l">
                        <a:lnSpc>
                          <a:spcPct val="110000"/>
                        </a:lnSpc>
                        <a:spcBef>
                          <a:spcPts val="0"/>
                        </a:spcBef>
                        <a:spcAft>
                          <a:spcPts val="0"/>
                        </a:spcAft>
                        <a:buClr>
                          <a:srgbClr val="1F2937"/>
                        </a:buClr>
                        <a:buSzPts val="1200"/>
                        <a:buFont typeface="IBM Plex Sans KR"/>
                        <a:buNone/>
                      </a:pPr>
                      <a:r>
                        <a:rPr sz="1200" b="1" u="none" strike="noStrike" cap="none">
                          <a:solidFill>
                            <a:srgbClr val="222831"/>
                          </a:solidFill>
                          <a:latin typeface="IBM Plex Sans KR"/>
                          <a:ea typeface="IBM Plex Sans KR"/>
                          <a:cs typeface="IBM Plex Sans KR"/>
                        </a:rPr>
                        <a:t>결과</a:t>
                      </a:r>
                      <a:endParaRPr sz="1200" u="none" strike="noStrike" cap="none">
                        <a:latin typeface="IBM Plex Sans KR"/>
                        <a:ea typeface="IBM Plex Sans KR"/>
                        <a:cs typeface="IBM Plex Sans KR"/>
                      </a:endParaRPr>
                    </a:p>
                  </a:txBody>
                  <a:tcPr marL="53350" marR="53350" marT="53350" marB="53350">
                    <a:lnL w="12700" cmpd="sng">
                      <a:solidFill>
                        <a:srgbClr val="BBC0CA"/>
                      </a:solidFill>
                      <a:prstDash val="solid"/>
                    </a:lnL>
                    <a:lnR w="12700" cmpd="sng">
                      <a:solidFill>
                        <a:srgbClr val="BBC0CA"/>
                      </a:solidFill>
                      <a:prstDash val="solid"/>
                    </a:lnR>
                    <a:lnT w="12700" cmpd="sng">
                      <a:solidFill>
                        <a:srgbClr val="C8C9CA"/>
                      </a:solidFill>
                      <a:prstDash val="solid"/>
                    </a:lnT>
                    <a:lnB w="12700" cmpd="sng">
                      <a:solidFill>
                        <a:srgbClr val="BBC0CA"/>
                      </a:solidFill>
                      <a:prstDash val="solid"/>
                    </a:lnB>
                    <a:solidFill>
                      <a:srgbClr val="EAF0FD"/>
                    </a:solidFill>
                  </a:tcPr>
                </a:tc>
              </a:tr>
              <a:tr h="504825">
                <a:tc>
                  <a:txBody>
                    <a:bodyPr/>
                    <a:lstStyle/>
                    <a:p>
                      <a:pPr marL="0" marR="0" lvl="0" indent="0" algn="l">
                        <a:lnSpc>
                          <a:spcPct val="110000"/>
                        </a:lnSpc>
                        <a:spcBef>
                          <a:spcPts val="0"/>
                        </a:spcBef>
                        <a:spcAft>
                          <a:spcPts val="0"/>
                        </a:spcAft>
                        <a:buClr>
                          <a:srgbClr val="1F2937"/>
                        </a:buClr>
                        <a:buSzPts val="1200"/>
                        <a:buFont typeface="IBM Plex Sans KR"/>
                        <a:buNone/>
                      </a:pPr>
                      <a:r>
                        <a:rPr sz="1200" b="0" u="none" strike="noStrike" cap="none">
                          <a:solidFill>
                            <a:srgbClr val="222831"/>
                          </a:solidFill>
                          <a:latin typeface="IBM Plex Sans KR"/>
                          <a:ea typeface="IBM Plex Sans KR"/>
                          <a:cs typeface="IBM Plex Sans KR"/>
                        </a:rPr>
                        <a:t>정답·4항목 응답</a:t>
                      </a:r>
                      <a:endParaRPr sz="1200" u="none" strike="noStrike" cap="none">
                        <a:latin typeface="IBM Plex Sans KR"/>
                        <a:ea typeface="IBM Plex Sans KR"/>
                        <a:cs typeface="IBM Plex Sans KR"/>
                      </a:endParaRPr>
                    </a:p>
                  </a:txBody>
                  <a:tcPr marL="53350" marR="53350" marT="53350" marB="53350">
                    <a:lnL w="12700" cmpd="sng">
                      <a:solidFill>
                        <a:srgbClr val="C8C9CA"/>
                      </a:solidFill>
                      <a:prstDash val="solid"/>
                    </a:lnL>
                    <a:lnR w="12700" cmpd="sng">
                      <a:solidFill>
                        <a:srgbClr val="C8C9CA"/>
                      </a:solidFill>
                      <a:prstDash val="solid"/>
                    </a:lnR>
                    <a:lnT w="12700" cmpd="sng">
                      <a:solidFill>
                        <a:srgbClr val="BBC0CA"/>
                      </a:solidFill>
                      <a:prstDash val="solid"/>
                    </a:lnT>
                    <a:lnB w="12700" cmpd="sng">
                      <a:solidFill>
                        <a:srgbClr val="C8C9CA"/>
                      </a:solidFill>
                      <a:prstDash val="solid"/>
                    </a:lnB>
                  </a:tcPr>
                </a:tc>
                <a:tc>
                  <a:txBody>
                    <a:bodyPr/>
                    <a:lstStyle/>
                    <a:p>
                      <a:pPr marL="0" marR="0" lvl="0" indent="0" algn="l">
                        <a:lnSpc>
                          <a:spcPct val="110000"/>
                        </a:lnSpc>
                        <a:spcBef>
                          <a:spcPts val="0"/>
                        </a:spcBef>
                        <a:spcAft>
                          <a:spcPts val="0"/>
                        </a:spcAft>
                        <a:buClr>
                          <a:srgbClr val="1F2937"/>
                        </a:buClr>
                        <a:buSzPts val="1200"/>
                        <a:buFont typeface="IBM Plex Sans KR"/>
                        <a:buNone/>
                      </a:pPr>
                      <a:r>
                        <a:rPr sz="1200" b="0" u="none" strike="noStrike" cap="none">
                          <a:solidFill>
                            <a:srgbClr val="222831"/>
                          </a:solidFill>
                          <a:latin typeface="IBM Plex Sans KR"/>
                          <a:ea typeface="IBM Plex Sans KR"/>
                          <a:cs typeface="IBM Plex Sans KR"/>
                        </a:rPr>
                        <a:t>규정 답변 기대검사 20문항</a:t>
                      </a:r>
                      <a:endParaRPr sz="1200" u="none" strike="noStrike" cap="none">
                        <a:latin typeface="IBM Plex Sans KR"/>
                        <a:ea typeface="IBM Plex Sans KR"/>
                        <a:cs typeface="IBM Plex Sans KR"/>
                      </a:endParaRPr>
                    </a:p>
                    <a:p>
                      <a:pPr marL="0" marR="0" lvl="0" indent="0" algn="l">
                        <a:lnSpc>
                          <a:spcPct val="110000"/>
                        </a:lnSpc>
                        <a:spcBef>
                          <a:spcPts val="0"/>
                        </a:spcBef>
                        <a:spcAft>
                          <a:spcPts val="0"/>
                        </a:spcAft>
                        <a:buClr>
                          <a:srgbClr val="1F2937"/>
                        </a:buClr>
                        <a:buSzPts val="1200"/>
                        <a:buFont typeface="IBM Plex Sans KR"/>
                        <a:buNone/>
                      </a:pPr>
                      <a:r>
                        <a:rPr sz="1200" b="0" u="none" strike="noStrike" cap="none">
                          <a:solidFill>
                            <a:srgbClr val="222831"/>
                          </a:solidFill>
                          <a:latin typeface="IBM Plex Sans KR"/>
                          <a:ea typeface="IBM Plex Sans KR"/>
                          <a:cs typeface="IBM Plex Sans KR"/>
                        </a:rPr>
                        <a:t>ChatGPT 새 대화 3사례</a:t>
                      </a:r>
                      <a:endParaRPr sz="1200" u="none" strike="noStrike" cap="none">
                        <a:latin typeface="IBM Plex Sans KR"/>
                        <a:ea typeface="IBM Plex Sans KR"/>
                        <a:cs typeface="IBM Plex Sans KR"/>
                      </a:endParaRPr>
                    </a:p>
                  </a:txBody>
                  <a:tcPr marL="53350" marR="53350" marT="53350" marB="53350">
                    <a:lnL w="12700" cmpd="sng">
                      <a:solidFill>
                        <a:srgbClr val="C8C9CA"/>
                      </a:solidFill>
                      <a:prstDash val="solid"/>
                    </a:lnL>
                    <a:lnR w="12700" cmpd="sng">
                      <a:solidFill>
                        <a:srgbClr val="C8C9CA"/>
                      </a:solidFill>
                      <a:prstDash val="solid"/>
                    </a:lnR>
                    <a:lnT w="12700" cmpd="sng">
                      <a:solidFill>
                        <a:srgbClr val="BBC0CA"/>
                      </a:solidFill>
                      <a:prstDash val="solid"/>
                    </a:lnT>
                    <a:lnB w="12700" cmpd="sng">
                      <a:solidFill>
                        <a:srgbClr val="C8C9CA"/>
                      </a:solidFill>
                      <a:prstDash val="solid"/>
                    </a:lnB>
                  </a:tcPr>
                </a:tc>
                <a:tc>
                  <a:txBody>
                    <a:bodyPr/>
                    <a:lstStyle/>
                    <a:p>
                      <a:pPr marL="0" marR="0" lvl="0" indent="0" algn="l">
                        <a:lnSpc>
                          <a:spcPct val="110000"/>
                        </a:lnSpc>
                        <a:spcBef>
                          <a:spcPts val="0"/>
                        </a:spcBef>
                        <a:spcAft>
                          <a:spcPts val="0"/>
                        </a:spcAft>
                        <a:buClr>
                          <a:srgbClr val="1F2937"/>
                        </a:buClr>
                        <a:buSzPts val="1200"/>
                        <a:buFont typeface="IBM Plex Sans KR"/>
                        <a:buNone/>
                      </a:pPr>
                      <a:r>
                        <a:rPr sz="1200" b="0" u="none" strike="noStrike" cap="none">
                          <a:solidFill>
                            <a:srgbClr val="222831"/>
                          </a:solidFill>
                          <a:latin typeface="IBM Plex Sans KR"/>
                          <a:ea typeface="IBM Plex Sans KR"/>
                          <a:cs typeface="IBM Plex Sans KR"/>
                        </a:rPr>
                        <a:t>정답·형식 일치</a:t>
                      </a:r>
                      <a:endParaRPr sz="1200" u="none" strike="noStrike" cap="none">
                        <a:latin typeface="IBM Plex Sans KR"/>
                        <a:ea typeface="IBM Plex Sans KR"/>
                        <a:cs typeface="IBM Plex Sans KR"/>
                      </a:endParaRPr>
                    </a:p>
                  </a:txBody>
                  <a:tcPr marL="53350" marR="53350" marT="53350" marB="53350">
                    <a:lnL w="12700" cmpd="sng">
                      <a:solidFill>
                        <a:srgbClr val="C8C9CA"/>
                      </a:solidFill>
                      <a:prstDash val="solid"/>
                    </a:lnL>
                    <a:lnR w="12700" cmpd="sng">
                      <a:solidFill>
                        <a:srgbClr val="C8C9CA"/>
                      </a:solidFill>
                      <a:prstDash val="solid"/>
                    </a:lnR>
                    <a:lnT w="12700" cmpd="sng">
                      <a:solidFill>
                        <a:srgbClr val="BBC0CA"/>
                      </a:solidFill>
                      <a:prstDash val="solid"/>
                    </a:lnT>
                    <a:lnB w="12700" cmpd="sng">
                      <a:solidFill>
                        <a:srgbClr val="C8C9CA"/>
                      </a:solidFill>
                      <a:prstDash val="solid"/>
                    </a:lnB>
                  </a:tcPr>
                </a:tc>
                <a:tc>
                  <a:txBody>
                    <a:bodyPr/>
                    <a:lstStyle/>
                    <a:p>
                      <a:pPr marL="0" marR="0" lvl="0" indent="0" algn="l">
                        <a:lnSpc>
                          <a:spcPct val="110000"/>
                        </a:lnSpc>
                        <a:spcBef>
                          <a:spcPts val="0"/>
                        </a:spcBef>
                        <a:spcAft>
                          <a:spcPts val="0"/>
                        </a:spcAft>
                        <a:buClr>
                          <a:srgbClr val="1F2937"/>
                        </a:buClr>
                        <a:buSzPts val="1200"/>
                        <a:buFont typeface="IBM Plex Sans KR"/>
                        <a:buNone/>
                      </a:pPr>
                      <a:r>
                        <a:rPr sz="1200" b="0" u="none" strike="noStrike" cap="none">
                          <a:solidFill>
                            <a:srgbClr val="222831"/>
                          </a:solidFill>
                          <a:latin typeface="IBM Plex Sans KR"/>
                          <a:ea typeface="IBM Plex Sans KR"/>
                          <a:cs typeface="IBM Plex Sans KR"/>
                        </a:rPr>
                        <a:t>20/20 · 3/3 통과</a:t>
                      </a:r>
                      <a:endParaRPr sz="1200" u="none" strike="noStrike" cap="none">
                        <a:latin typeface="IBM Plex Sans KR"/>
                        <a:ea typeface="IBM Plex Sans KR"/>
                        <a:cs typeface="IBM Plex Sans KR"/>
                      </a:endParaRPr>
                    </a:p>
                  </a:txBody>
                  <a:tcPr marL="53350" marR="53350" marT="53350" marB="53350">
                    <a:lnL w="12700" cmpd="sng">
                      <a:solidFill>
                        <a:srgbClr val="C8C9CA"/>
                      </a:solidFill>
                      <a:prstDash val="solid"/>
                    </a:lnL>
                    <a:lnR w="12700" cmpd="sng">
                      <a:solidFill>
                        <a:srgbClr val="C8C9CA"/>
                      </a:solidFill>
                      <a:prstDash val="solid"/>
                    </a:lnR>
                    <a:lnT w="12700" cmpd="sng">
                      <a:solidFill>
                        <a:srgbClr val="BBC0CA"/>
                      </a:solidFill>
                      <a:prstDash val="solid"/>
                    </a:lnT>
                    <a:lnB w="12700" cmpd="sng">
                      <a:solidFill>
                        <a:srgbClr val="C8C9CA"/>
                      </a:solidFill>
                      <a:prstDash val="solid"/>
                    </a:lnB>
                  </a:tcPr>
                </a:tc>
              </a:tr>
              <a:tr h="504825">
                <a:tc>
                  <a:txBody>
                    <a:bodyPr/>
                    <a:lstStyle/>
                    <a:p>
                      <a:pPr marL="0" marR="0" lvl="0" indent="0" algn="l">
                        <a:lnSpc>
                          <a:spcPct val="110000"/>
                        </a:lnSpc>
                        <a:spcBef>
                          <a:spcPts val="0"/>
                        </a:spcBef>
                        <a:spcAft>
                          <a:spcPts val="0"/>
                        </a:spcAft>
                        <a:buClr>
                          <a:srgbClr val="1F2937"/>
                        </a:buClr>
                        <a:buSzPts val="1200"/>
                        <a:buFont typeface="IBM Plex Sans KR"/>
                        <a:buNone/>
                      </a:pPr>
                      <a:r>
                        <a:rPr sz="1200" b="0" u="none" strike="noStrike" cap="none">
                          <a:solidFill>
                            <a:srgbClr val="222831"/>
                          </a:solidFill>
                          <a:latin typeface="IBM Plex Sans KR"/>
                          <a:ea typeface="IBM Plex Sans KR"/>
                          <a:cs typeface="IBM Plex Sans KR"/>
                        </a:rPr>
                        <a:t>근거 회수·청크</a:t>
                      </a:r>
                      <a:endParaRPr sz="1200" u="none" strike="noStrike" cap="none">
                        <a:latin typeface="IBM Plex Sans KR"/>
                        <a:ea typeface="IBM Plex Sans KR"/>
                        <a:cs typeface="IBM Plex Sans KR"/>
                      </a:endParaRPr>
                    </a:p>
                  </a:txBody>
                  <a:tcPr marL="53350" marR="53350" marT="53350" marB="53350">
                    <a:lnL w="12700" cmpd="sng">
                      <a:solidFill>
                        <a:srgbClr val="C8C9CA"/>
                      </a:solidFill>
                      <a:prstDash val="solid"/>
                    </a:lnL>
                    <a:lnR w="12700" cmpd="sng">
                      <a:solidFill>
                        <a:srgbClr val="C8C9CA"/>
                      </a:solidFill>
                      <a:prstDash val="solid"/>
                    </a:lnR>
                    <a:lnT w="12700" cmpd="sng">
                      <a:solidFill>
                        <a:srgbClr val="C8C9CA"/>
                      </a:solidFill>
                      <a:prstDash val="solid"/>
                    </a:lnT>
                    <a:lnB w="12700" cmpd="sng">
                      <a:solidFill>
                        <a:srgbClr val="C8C9CA"/>
                      </a:solidFill>
                      <a:prstDash val="solid"/>
                    </a:lnB>
                  </a:tcPr>
                </a:tc>
                <a:tc>
                  <a:txBody>
                    <a:bodyPr/>
                    <a:lstStyle/>
                    <a:p>
                      <a:pPr marL="0" marR="0" lvl="0" indent="0" algn="l">
                        <a:lnSpc>
                          <a:spcPct val="110000"/>
                        </a:lnSpc>
                        <a:spcBef>
                          <a:spcPts val="0"/>
                        </a:spcBef>
                        <a:spcAft>
                          <a:spcPts val="0"/>
                        </a:spcAft>
                        <a:buClr>
                          <a:srgbClr val="1F2937"/>
                        </a:buClr>
                        <a:buSzPts val="1200"/>
                        <a:buFont typeface="IBM Plex Sans KR"/>
                        <a:buNone/>
                      </a:pPr>
                      <a:r>
                        <a:rPr sz="1200" b="0" u="none" strike="noStrike" cap="none">
                          <a:solidFill>
                            <a:srgbClr val="222831"/>
                          </a:solidFill>
                          <a:latin typeface="IBM Plex Sans KR"/>
                          <a:ea typeface="IBM Plex Sans KR"/>
                          <a:cs typeface="IBM Plex Sans KR"/>
                        </a:rPr>
                        <a:t>기존 질문 hit@5</a:t>
                      </a:r>
                      <a:endParaRPr sz="1200" u="none" strike="noStrike" cap="none">
                        <a:latin typeface="IBM Plex Sans KR"/>
                        <a:ea typeface="IBM Plex Sans KR"/>
                        <a:cs typeface="IBM Plex Sans KR"/>
                      </a:endParaRPr>
                    </a:p>
                    <a:p>
                      <a:pPr marL="0" marR="0" lvl="0" indent="0" algn="l">
                        <a:lnSpc>
                          <a:spcPct val="110000"/>
                        </a:lnSpc>
                        <a:spcBef>
                          <a:spcPts val="0"/>
                        </a:spcBef>
                        <a:spcAft>
                          <a:spcPts val="0"/>
                        </a:spcAft>
                        <a:buClr>
                          <a:srgbClr val="1F2937"/>
                        </a:buClr>
                        <a:buSzPts val="1200"/>
                        <a:buFont typeface="IBM Plex Sans KR"/>
                        <a:buNone/>
                      </a:pPr>
                      <a:r>
                        <a:rPr sz="1200" b="0" u="none" strike="noStrike" cap="none">
                          <a:solidFill>
                            <a:srgbClr val="222831"/>
                          </a:solidFill>
                          <a:latin typeface="IBM Plex Sans KR"/>
                          <a:ea typeface="IBM Plex Sans KR"/>
                          <a:cs typeface="IBM Plex Sans KR"/>
                        </a:rPr>
                        <a:t>임베딩 토큰 실제 측정</a:t>
                      </a:r>
                      <a:endParaRPr sz="1200" u="none" strike="noStrike" cap="none">
                        <a:latin typeface="IBM Plex Sans KR"/>
                        <a:ea typeface="IBM Plex Sans KR"/>
                        <a:cs typeface="IBM Plex Sans KR"/>
                      </a:endParaRPr>
                    </a:p>
                  </a:txBody>
                  <a:tcPr marL="53350" marR="53350" marT="53350" marB="53350">
                    <a:lnL w="12700" cmpd="sng">
                      <a:solidFill>
                        <a:srgbClr val="C8C9CA"/>
                      </a:solidFill>
                      <a:prstDash val="solid"/>
                    </a:lnL>
                    <a:lnR w="12700" cmpd="sng">
                      <a:solidFill>
                        <a:srgbClr val="C8C9CA"/>
                      </a:solidFill>
                      <a:prstDash val="solid"/>
                    </a:lnR>
                    <a:lnT w="12700" cmpd="sng">
                      <a:solidFill>
                        <a:srgbClr val="C8C9CA"/>
                      </a:solidFill>
                      <a:prstDash val="solid"/>
                    </a:lnT>
                    <a:lnB w="12700" cmpd="sng">
                      <a:solidFill>
                        <a:srgbClr val="C8C9CA"/>
                      </a:solidFill>
                      <a:prstDash val="solid"/>
                    </a:lnB>
                  </a:tcPr>
                </a:tc>
                <a:tc>
                  <a:txBody>
                    <a:bodyPr/>
                    <a:lstStyle/>
                    <a:p>
                      <a:pPr marL="0" marR="0" lvl="0" indent="0" algn="l">
                        <a:lnSpc>
                          <a:spcPct val="110000"/>
                        </a:lnSpc>
                        <a:spcBef>
                          <a:spcPts val="0"/>
                        </a:spcBef>
                        <a:spcAft>
                          <a:spcPts val="0"/>
                        </a:spcAft>
                        <a:buClr>
                          <a:srgbClr val="1F2937"/>
                        </a:buClr>
                        <a:buSzPts val="1200"/>
                        <a:buFont typeface="IBM Plex Sans KR"/>
                        <a:buNone/>
                      </a:pPr>
                      <a:r>
                        <a:rPr sz="1200" b="0" u="none" strike="noStrike" cap="none">
                          <a:solidFill>
                            <a:srgbClr val="222831"/>
                          </a:solidFill>
                          <a:latin typeface="IBM Plex Sans KR"/>
                          <a:ea typeface="IBM Plex Sans KR"/>
                          <a:cs typeface="IBM Plex Sans KR"/>
                        </a:rPr>
                        <a:t>실패·잘림 확인</a:t>
                      </a:r>
                      <a:endParaRPr sz="1200" u="none" strike="noStrike" cap="none">
                        <a:latin typeface="IBM Plex Sans KR"/>
                        <a:ea typeface="IBM Plex Sans KR"/>
                        <a:cs typeface="IBM Plex Sans KR"/>
                      </a:endParaRPr>
                    </a:p>
                  </a:txBody>
                  <a:tcPr marL="53350" marR="53350" marT="53350" marB="53350">
                    <a:lnL w="12700" cmpd="sng">
                      <a:solidFill>
                        <a:srgbClr val="C8C9CA"/>
                      </a:solidFill>
                      <a:prstDash val="solid"/>
                    </a:lnL>
                    <a:lnR w="12700" cmpd="sng">
                      <a:solidFill>
                        <a:srgbClr val="C8C9CA"/>
                      </a:solidFill>
                      <a:prstDash val="solid"/>
                    </a:lnR>
                    <a:lnT w="12700" cmpd="sng">
                      <a:solidFill>
                        <a:srgbClr val="C8C9CA"/>
                      </a:solidFill>
                      <a:prstDash val="solid"/>
                    </a:lnT>
                    <a:lnB w="12700" cmpd="sng">
                      <a:solidFill>
                        <a:srgbClr val="C8C9CA"/>
                      </a:solidFill>
                      <a:prstDash val="solid"/>
                    </a:lnB>
                  </a:tcPr>
                </a:tc>
                <a:tc>
                  <a:txBody>
                    <a:bodyPr/>
                    <a:lstStyle/>
                    <a:p>
                      <a:pPr marL="0" marR="0" lvl="0" indent="0" algn="l">
                        <a:lnSpc>
                          <a:spcPct val="110000"/>
                        </a:lnSpc>
                        <a:spcBef>
                          <a:spcPts val="0"/>
                        </a:spcBef>
                        <a:spcAft>
                          <a:spcPts val="0"/>
                        </a:spcAft>
                        <a:buClr>
                          <a:srgbClr val="1F2937"/>
                        </a:buClr>
                        <a:buSzPts val="1200"/>
                        <a:buFont typeface="IBM Plex Sans KR"/>
                        <a:buNone/>
                      </a:pPr>
                      <a:r>
                        <a:rPr sz="1200" b="0" u="none" strike="noStrike" cap="none">
                          <a:solidFill>
                            <a:srgbClr val="222831"/>
                          </a:solidFill>
                          <a:latin typeface="IBM Plex Sans KR"/>
                          <a:ea typeface="IBM Plex Sans KR"/>
                          <a:cs typeface="IBM Plex Sans KR"/>
                        </a:rPr>
                        <a:t>17/20 · 잘림 0/448</a:t>
                      </a:r>
                      <a:endParaRPr sz="1200" u="none" strike="noStrike" cap="none">
                        <a:latin typeface="IBM Plex Sans KR"/>
                        <a:ea typeface="IBM Plex Sans KR"/>
                        <a:cs typeface="IBM Plex Sans KR"/>
                      </a:endParaRPr>
                    </a:p>
                  </a:txBody>
                  <a:tcPr marL="53350" marR="53350" marT="53350" marB="53350">
                    <a:lnL w="12700" cmpd="sng">
                      <a:solidFill>
                        <a:srgbClr val="C8C9CA"/>
                      </a:solidFill>
                      <a:prstDash val="solid"/>
                    </a:lnL>
                    <a:lnR w="12700" cmpd="sng">
                      <a:solidFill>
                        <a:srgbClr val="C8C9CA"/>
                      </a:solidFill>
                      <a:prstDash val="solid"/>
                    </a:lnR>
                    <a:lnT w="12700" cmpd="sng">
                      <a:solidFill>
                        <a:srgbClr val="C8C9CA"/>
                      </a:solidFill>
                      <a:prstDash val="solid"/>
                    </a:lnT>
                    <a:lnB w="12700" cmpd="sng">
                      <a:solidFill>
                        <a:srgbClr val="C8C9CA"/>
                      </a:solidFill>
                      <a:prstDash val="solid"/>
                    </a:lnB>
                  </a:tcPr>
                </a:tc>
              </a:tr>
              <a:tr h="504825">
                <a:tc>
                  <a:txBody>
                    <a:bodyPr/>
                    <a:lstStyle/>
                    <a:p>
                      <a:pPr marL="0" marR="0" lvl="0" indent="0" algn="l">
                        <a:lnSpc>
                          <a:spcPct val="110000"/>
                        </a:lnSpc>
                        <a:spcBef>
                          <a:spcPts val="0"/>
                        </a:spcBef>
                        <a:spcAft>
                          <a:spcPts val="0"/>
                        </a:spcAft>
                        <a:buClr>
                          <a:srgbClr val="1F2937"/>
                        </a:buClr>
                        <a:buSzPts val="1200"/>
                        <a:buFont typeface="IBM Plex Sans KR"/>
                        <a:buNone/>
                      </a:pPr>
                      <a:r>
                        <a:rPr sz="1200" b="0" u="none" strike="noStrike" cap="none">
                          <a:solidFill>
                            <a:srgbClr val="222831"/>
                          </a:solidFill>
                          <a:latin typeface="IBM Plex Sans KR"/>
                          <a:ea typeface="IBM Plex Sans KR"/>
                          <a:cs typeface="IBM Plex Sans KR"/>
                        </a:rPr>
                        <a:t>코드 회귀 검증</a:t>
                      </a:r>
                      <a:endParaRPr sz="1200" u="none" strike="noStrike" cap="none">
                        <a:latin typeface="IBM Plex Sans KR"/>
                        <a:ea typeface="IBM Plex Sans KR"/>
                        <a:cs typeface="IBM Plex Sans KR"/>
                      </a:endParaRPr>
                    </a:p>
                  </a:txBody>
                  <a:tcPr marL="53350" marR="53350" marT="53350" marB="53350">
                    <a:lnL w="12700" cmpd="sng">
                      <a:solidFill>
                        <a:srgbClr val="C8C9CA"/>
                      </a:solidFill>
                      <a:prstDash val="solid"/>
                    </a:lnL>
                    <a:lnR w="12700" cmpd="sng">
                      <a:solidFill>
                        <a:srgbClr val="C8C9CA"/>
                      </a:solidFill>
                      <a:prstDash val="solid"/>
                    </a:lnR>
                    <a:lnT w="12700" cmpd="sng">
                      <a:solidFill>
                        <a:srgbClr val="C8C9CA"/>
                      </a:solidFill>
                      <a:prstDash val="solid"/>
                    </a:lnT>
                    <a:lnB w="12700" cmpd="sng">
                      <a:solidFill>
                        <a:srgbClr val="C8C9CA"/>
                      </a:solidFill>
                      <a:prstDash val="solid"/>
                    </a:lnB>
                  </a:tcPr>
                </a:tc>
                <a:tc>
                  <a:txBody>
                    <a:bodyPr/>
                    <a:lstStyle/>
                    <a:p>
                      <a:pPr marL="0" marR="0" lvl="0" indent="0" algn="l">
                        <a:lnSpc>
                          <a:spcPct val="110000"/>
                        </a:lnSpc>
                        <a:spcBef>
                          <a:spcPts val="0"/>
                        </a:spcBef>
                        <a:spcAft>
                          <a:spcPts val="0"/>
                        </a:spcAft>
                        <a:buClr>
                          <a:srgbClr val="1F2937"/>
                        </a:buClr>
                        <a:buSzPts val="1200"/>
                        <a:buFont typeface="IBM Plex Sans KR"/>
                        <a:buNone/>
                      </a:pPr>
                      <a:r>
                        <a:rPr sz="1200" b="0" u="none" strike="noStrike" cap="none">
                          <a:solidFill>
                            <a:srgbClr val="222831"/>
                          </a:solidFill>
                          <a:latin typeface="IBM Plex Sans KR"/>
                          <a:ea typeface="IBM Plex Sans KR"/>
                          <a:cs typeface="IBM Plex Sans KR"/>
                        </a:rPr>
                        <a:t>pytest + statement/branch</a:t>
                      </a:r>
                      <a:endParaRPr sz="1200" u="none" strike="noStrike" cap="none">
                        <a:latin typeface="IBM Plex Sans KR"/>
                        <a:ea typeface="IBM Plex Sans KR"/>
                        <a:cs typeface="IBM Plex Sans KR"/>
                      </a:endParaRPr>
                    </a:p>
                    <a:p>
                      <a:pPr marL="0" marR="0" lvl="0" indent="0" algn="l">
                        <a:lnSpc>
                          <a:spcPct val="110000"/>
                        </a:lnSpc>
                        <a:spcBef>
                          <a:spcPts val="0"/>
                        </a:spcBef>
                        <a:spcAft>
                          <a:spcPts val="0"/>
                        </a:spcAft>
                        <a:buClr>
                          <a:srgbClr val="1F2937"/>
                        </a:buClr>
                        <a:buSzPts val="1200"/>
                        <a:buFont typeface="IBM Plex Sans KR"/>
                        <a:buNone/>
                      </a:pPr>
                      <a:r>
                        <a:rPr sz="1200" b="0" u="none" strike="noStrike" cap="none">
                          <a:solidFill>
                            <a:srgbClr val="222831"/>
                          </a:solidFill>
                          <a:latin typeface="IBM Plex Sans KR"/>
                          <a:ea typeface="IBM Plex Sans KR"/>
                          <a:cs typeface="IBM Plex Sans KR"/>
                        </a:rPr>
                        <a:t>별도 API 실행 검사</a:t>
                      </a:r>
                      <a:endParaRPr sz="1200" u="none" strike="noStrike" cap="none">
                        <a:latin typeface="IBM Plex Sans KR"/>
                        <a:ea typeface="IBM Plex Sans KR"/>
                        <a:cs typeface="IBM Plex Sans KR"/>
                      </a:endParaRPr>
                    </a:p>
                  </a:txBody>
                  <a:tcPr marL="53350" marR="53350" marT="53350" marB="53350">
                    <a:lnL w="12700" cmpd="sng">
                      <a:solidFill>
                        <a:srgbClr val="C8C9CA"/>
                      </a:solidFill>
                      <a:prstDash val="solid"/>
                    </a:lnL>
                    <a:lnR w="12700" cmpd="sng">
                      <a:solidFill>
                        <a:srgbClr val="C8C9CA"/>
                      </a:solidFill>
                      <a:prstDash val="solid"/>
                    </a:lnR>
                    <a:lnT w="12700" cmpd="sng">
                      <a:solidFill>
                        <a:srgbClr val="C8C9CA"/>
                      </a:solidFill>
                      <a:prstDash val="solid"/>
                    </a:lnT>
                    <a:lnB w="12700" cmpd="sng">
                      <a:solidFill>
                        <a:srgbClr val="C8C9CA"/>
                      </a:solidFill>
                      <a:prstDash val="solid"/>
                    </a:lnB>
                  </a:tcPr>
                </a:tc>
                <a:tc>
                  <a:txBody>
                    <a:bodyPr/>
                    <a:lstStyle/>
                    <a:p>
                      <a:pPr marL="0" marR="0" lvl="0" indent="0" algn="l">
                        <a:lnSpc>
                          <a:spcPct val="110000"/>
                        </a:lnSpc>
                        <a:spcBef>
                          <a:spcPts val="0"/>
                        </a:spcBef>
                        <a:spcAft>
                          <a:spcPts val="0"/>
                        </a:spcAft>
                        <a:buClr>
                          <a:srgbClr val="1F2937"/>
                        </a:buClr>
                        <a:buSzPts val="1200"/>
                        <a:buFont typeface="IBM Plex Sans KR"/>
                        <a:buNone/>
                      </a:pPr>
                      <a:r>
                        <a:rPr sz="1200" b="0" u="none" strike="noStrike" cap="none">
                          <a:solidFill>
                            <a:srgbClr val="222831"/>
                          </a:solidFill>
                          <a:latin typeface="IBM Plex Sans KR"/>
                          <a:ea typeface="IBM Plex Sans KR"/>
                          <a:cs typeface="IBM Plex Sans KR"/>
                        </a:rPr>
                        <a:t>검사 통과</a:t>
                      </a:r>
                      <a:endParaRPr sz="1200" u="none" strike="noStrike" cap="none">
                        <a:latin typeface="IBM Plex Sans KR"/>
                        <a:ea typeface="IBM Plex Sans KR"/>
                        <a:cs typeface="IBM Plex Sans KR"/>
                      </a:endParaRPr>
                    </a:p>
                  </a:txBody>
                  <a:tcPr marL="53350" marR="53350" marT="53350" marB="53350">
                    <a:lnL w="12700" cmpd="sng">
                      <a:solidFill>
                        <a:srgbClr val="C8C9CA"/>
                      </a:solidFill>
                      <a:prstDash val="solid"/>
                    </a:lnL>
                    <a:lnR w="12700" cmpd="sng">
                      <a:solidFill>
                        <a:srgbClr val="C8C9CA"/>
                      </a:solidFill>
                      <a:prstDash val="solid"/>
                    </a:lnR>
                    <a:lnT w="12700" cmpd="sng">
                      <a:solidFill>
                        <a:srgbClr val="C8C9CA"/>
                      </a:solidFill>
                      <a:prstDash val="solid"/>
                    </a:lnT>
                    <a:lnB w="12700" cmpd="sng">
                      <a:solidFill>
                        <a:srgbClr val="C8C9CA"/>
                      </a:solidFill>
                      <a:prstDash val="solid"/>
                    </a:lnB>
                  </a:tcPr>
                </a:tc>
                <a:tc>
                  <a:txBody>
                    <a:bodyPr/>
                    <a:lstStyle/>
                    <a:p>
                      <a:pPr marL="0" marR="0" lvl="0" indent="0" algn="l">
                        <a:lnSpc>
                          <a:spcPct val="110000"/>
                        </a:lnSpc>
                        <a:spcBef>
                          <a:spcPts val="0"/>
                        </a:spcBef>
                        <a:spcAft>
                          <a:spcPts val="0"/>
                        </a:spcAft>
                        <a:buClr>
                          <a:srgbClr val="1F2937"/>
                        </a:buClr>
                        <a:buSzPts val="1200"/>
                        <a:buFont typeface="IBM Plex Sans KR"/>
                        <a:buNone/>
                      </a:pPr>
                      <a:r>
                        <a:rPr sz="1200" b="0" u="none" strike="noStrike" cap="none">
                          <a:solidFill>
                            <a:srgbClr val="222831"/>
                          </a:solidFill>
                          <a:latin typeface="IBM Plex Sans KR"/>
                          <a:ea typeface="IBM Plex Sans KR"/>
                          <a:cs typeface="IBM Plex Sans KR"/>
                        </a:rPr>
                        <a:t>824/824 통과</a:t>
                      </a:r>
                      <a:endParaRPr sz="1200" u="none" strike="noStrike" cap="none">
                        <a:latin typeface="IBM Plex Sans KR"/>
                        <a:ea typeface="IBM Plex Sans KR"/>
                        <a:cs typeface="IBM Plex Sans KR"/>
                      </a:endParaRPr>
                    </a:p>
                  </a:txBody>
                  <a:tcPr marL="53350" marR="53350" marT="53350" marB="53350">
                    <a:lnL w="12700" cmpd="sng">
                      <a:solidFill>
                        <a:srgbClr val="C8C9CA"/>
                      </a:solidFill>
                      <a:prstDash val="solid"/>
                    </a:lnL>
                    <a:lnR w="12700" cmpd="sng">
                      <a:solidFill>
                        <a:srgbClr val="C8C9CA"/>
                      </a:solidFill>
                      <a:prstDash val="solid"/>
                    </a:lnR>
                    <a:lnT w="12700" cmpd="sng">
                      <a:solidFill>
                        <a:srgbClr val="C8C9CA"/>
                      </a:solidFill>
                      <a:prstDash val="solid"/>
                    </a:lnT>
                    <a:lnB w="12700" cmpd="sng">
                      <a:solidFill>
                        <a:srgbClr val="C8C9CA"/>
                      </a:solidFill>
                      <a:prstDash val="solid"/>
                    </a:lnB>
                  </a:tcPr>
                </a:tc>
              </a:tr>
            </a:tbl>
          </a:graphicData>
        </a:graphic>
      </p:graphicFrame>
      <p:sp>
        <p:nvSpPr>
          <p:cNvPr id="255" name="Google Shape;255;p11">
            <a:extLst xmlns:a="http://schemas.openxmlformats.org/drawingml/2006/main">
              <a:ext uri="{FF2B5EF4-FFF2-40B4-BE49-F238E27FC236}">
                <a16:creationId xmlns:a16="http://schemas.microsoft.com/office/drawing/2014/main" id="{5E7759C7-7482-4F1C-9F56-26B00DDC99C3}"/>
              </a:ext>
            </a:extLst>
          </p:cNvPr>
          <p:cNvSpPr>
            <a:spLocks xmlns:a="http://schemas.openxmlformats.org/drawingml/2006/main" noGrp="1"/>
          </p:cNvSpPr>
          <p:nvPr/>
        </p:nvSpPr>
        <p:spPr>
          <a:xfrm xmlns:a="http://schemas.openxmlformats.org/drawingml/2006/main">
            <a:off x="812768" y="3571875"/>
            <a:ext cx="5194364" cy="1219200"/>
          </a:xfrm>
          <a:prstGeom xmlns:a="http://schemas.openxmlformats.org/drawingml/2006/main" prst="roundRect">
            <a:avLst>
              <a:gd name="adj" fmla="val 7492"/>
            </a:avLst>
          </a:prstGeom>
          <a:solidFill xmlns:a="http://schemas.openxmlformats.org/drawingml/2006/main">
            <a:srgbClr val="EAF0FD"/>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56" name="Google Shape;256;p11">
            <a:extLst xmlns:a="http://schemas.openxmlformats.org/drawingml/2006/main">
              <a:ext uri="{FF2B5EF4-FFF2-40B4-BE49-F238E27FC236}">
                <a16:creationId xmlns:a16="http://schemas.microsoft.com/office/drawing/2014/main" id="{010ADD5A-8228-4A7D-9552-1463295D1FAD}"/>
              </a:ext>
            </a:extLst>
          </p:cNvPr>
          <p:cNvSpPr>
            <a:spLocks xmlns:a="http://schemas.openxmlformats.org/drawingml/2006/main" noGrp="1"/>
          </p:cNvSpPr>
          <p:nvPr/>
        </p:nvSpPr>
        <p:spPr>
          <a:xfrm xmlns:a="http://schemas.openxmlformats.org/drawingml/2006/main">
            <a:off x="1015937" y="3685699"/>
            <a:ext cx="4931664" cy="22345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fontScale="93990"/>
          </a:bodyPr>
          <a:lstStyle xmlns:a="http://schemas.openxmlformats.org/drawingml/2006/main"/>
          <a:p xmlns:a="http://schemas.openxmlformats.org/drawingml/2006/main">
            <a:pPr marL="0" marR="0" lvl="0" indent="0" algn="l">
              <a:lnSpc>
                <a:spcPct val="130000"/>
              </a:lnSpc>
              <a:spcBef>
                <a:spcPts val="0"/>
              </a:spcBef>
              <a:spcAft>
                <a:spcPts val="0"/>
              </a:spcAft>
              <a:buClr>
                <a:srgbClr val="1D4ED8"/>
              </a:buClr>
              <a:buSzPts val="1200"/>
              <a:buFont typeface="IBM Plex Sans KR"/>
              <a:buNone/>
            </a:pPr>
            <a:r>
              <a:rPr sz="1200" b="1" i="0" u="none" strike="noStrike" cap="none">
                <a:solidFill>
                  <a:srgbClr val="1D4ED8"/>
                </a:solidFill>
                <a:latin typeface="IBM Plex Sans KR"/>
                <a:ea typeface="IBM Plex Sans KR"/>
                <a:cs typeface="IBM Plex Sans KR"/>
              </a:rPr>
              <a:t>핵심 결과</a:t>
            </a:r>
            <a:endParaRPr sz="1200" b="0" i="0" u="none" strike="noStrike" cap="none">
              <a:solidFill>
                <a:schemeClr val="dk1"/>
              </a:solidFill>
              <a:latin typeface="IBM Plex Sans KR"/>
              <a:ea typeface="IBM Plex Sans KR"/>
              <a:cs typeface="IBM Plex Sans KR"/>
            </a:endParaRPr>
          </a:p>
        </p:txBody>
      </p:sp>
      <p:sp>
        <p:nvSpPr>
          <p:cNvPr id="257" name="Google Shape;257;p11">
            <a:extLst xmlns:a="http://schemas.openxmlformats.org/drawingml/2006/main">
              <a:ext uri="{FF2B5EF4-FFF2-40B4-BE49-F238E27FC236}">
                <a16:creationId xmlns:a16="http://schemas.microsoft.com/office/drawing/2014/main" id="{B06871F5-F22B-45C2-B099-5805B4D0AA68}"/>
              </a:ext>
            </a:extLst>
          </p:cNvPr>
          <p:cNvSpPr>
            <a:spLocks xmlns:a="http://schemas.openxmlformats.org/drawingml/2006/main" noGrp="1"/>
          </p:cNvSpPr>
          <p:nvPr/>
        </p:nvSpPr>
        <p:spPr>
          <a:xfrm xmlns:a="http://schemas.openxmlformats.org/drawingml/2006/main">
            <a:off x="1015937" y="3947255"/>
            <a:ext cx="4931664" cy="47234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fontScale="88050"/>
          </a:bodyPr>
          <a:lstStyle xmlns:a="http://schemas.openxmlformats.org/drawingml/2006/main">
            <a:defPPr algn="l">
              <a:defRPr sz="3200" b="1">
                <a:solidFill>
                  <a:srgbClr val="1D4ED8"/>
                </a:solidFill>
                <a:latin typeface="IBM Plex Sans KR"/>
                <a:ea typeface="IBM Plex Sans KR"/>
                <a:cs typeface="IBM Plex Sans KR"/>
              </a:defRPr>
            </a:defPPr>
            <a:lvl1pPr algn="l">
              <a:defRPr sz="3200" b="1">
                <a:solidFill>
                  <a:srgbClr val="1D4ED8"/>
                </a:solidFill>
                <a:latin typeface="IBM Plex Sans KR"/>
                <a:ea typeface="IBM Plex Sans KR"/>
                <a:cs typeface="IBM Plex Sans KR"/>
              </a:defRPr>
            </a:lvl1pPr>
            <a:lvl2pPr algn="l">
              <a:defRPr sz="3200" b="1">
                <a:solidFill>
                  <a:srgbClr val="1D4ED8"/>
                </a:solidFill>
                <a:latin typeface="IBM Plex Sans KR"/>
                <a:ea typeface="IBM Plex Sans KR"/>
                <a:cs typeface="IBM Plex Sans KR"/>
              </a:defRPr>
            </a:lvl2pPr>
            <a:lvl3pPr algn="l">
              <a:defRPr sz="3200" b="1">
                <a:solidFill>
                  <a:srgbClr val="1D4ED8"/>
                </a:solidFill>
                <a:latin typeface="IBM Plex Sans KR"/>
                <a:ea typeface="IBM Plex Sans KR"/>
                <a:cs typeface="IBM Plex Sans KR"/>
              </a:defRPr>
            </a:lvl3pPr>
            <a:lvl4pPr algn="l">
              <a:defRPr sz="3200" b="1">
                <a:solidFill>
                  <a:srgbClr val="1D4ED8"/>
                </a:solidFill>
                <a:latin typeface="IBM Plex Sans KR"/>
                <a:ea typeface="IBM Plex Sans KR"/>
                <a:cs typeface="IBM Plex Sans KR"/>
              </a:defRPr>
            </a:lvl4pPr>
            <a:lvl5pPr algn="l">
              <a:defRPr sz="3200" b="1">
                <a:solidFill>
                  <a:srgbClr val="1D4ED8"/>
                </a:solidFill>
                <a:latin typeface="IBM Plex Sans KR"/>
                <a:ea typeface="IBM Plex Sans KR"/>
                <a:cs typeface="IBM Plex Sans KR"/>
              </a:defRPr>
            </a:lvl5pPr>
            <a:lvl6pPr algn="l">
              <a:defRPr sz="3200" b="1">
                <a:solidFill>
                  <a:srgbClr val="1D4ED8"/>
                </a:solidFill>
                <a:latin typeface="IBM Plex Sans KR"/>
                <a:ea typeface="IBM Plex Sans KR"/>
                <a:cs typeface="IBM Plex Sans KR"/>
              </a:defRPr>
            </a:lvl6pPr>
            <a:lvl7pPr algn="l">
              <a:defRPr sz="3200" b="1">
                <a:solidFill>
                  <a:srgbClr val="1D4ED8"/>
                </a:solidFill>
                <a:latin typeface="IBM Plex Sans KR"/>
                <a:ea typeface="IBM Plex Sans KR"/>
                <a:cs typeface="IBM Plex Sans KR"/>
              </a:defRPr>
            </a:lvl7pPr>
            <a:lvl8pPr algn="l">
              <a:defRPr sz="3200" b="1">
                <a:solidFill>
                  <a:srgbClr val="1D4ED8"/>
                </a:solidFill>
                <a:latin typeface="IBM Plex Sans KR"/>
                <a:ea typeface="IBM Plex Sans KR"/>
                <a:cs typeface="IBM Plex Sans KR"/>
              </a:defRPr>
            </a:lvl8pPr>
            <a:lvl9pPr algn="l">
              <a:defRPr sz="3200" b="1">
                <a:solidFill>
                  <a:srgbClr val="1D4ED8"/>
                </a:solidFill>
                <a:latin typeface="IBM Plex Sans KR"/>
                <a:ea typeface="IBM Plex Sans KR"/>
                <a:cs typeface="IBM Plex Sans KR"/>
              </a:defRPr>
            </a:lvl9pPr>
          </a:lstStyle>
          <a:p xmlns:a="http://schemas.openxmlformats.org/drawingml/2006/main">
            <a:pPr marL="0" marR="0" lvl="0" indent="0" algn="l">
              <a:lnSpc>
                <a:spcPct val="110000"/>
              </a:lnSpc>
              <a:spcBef>
                <a:spcPts val="0"/>
              </a:spcBef>
              <a:spcAft>
                <a:spcPts val="0"/>
              </a:spcAft>
              <a:buClr>
                <a:srgbClr val="1D4ED8"/>
              </a:buClr>
              <a:buSzPts val="3200"/>
              <a:buFont typeface="IBM Plex Sans KR"/>
              <a:buNone/>
              <a:defRPr sz="3200" b="1">
                <a:solidFill>
                  <a:srgbClr val="1D4ED8"/>
                </a:solidFill>
                <a:latin typeface="IBM Plex Sans KR"/>
                <a:ea typeface="IBM Plex Sans KR"/>
                <a:cs typeface="IBM Plex Sans KR"/>
              </a:defRPr>
            </a:pPr>
            <a:r>
              <a:rPr sz="3200" b="1" i="0" u="none" strike="noStrike" cap="none">
                <a:solidFill>
                  <a:srgbClr val="1D4ED8"/>
                </a:solidFill>
                <a:latin typeface="IBM Plex Sans KR"/>
                <a:ea typeface="IBM Plex Sans KR"/>
                <a:cs typeface="IBM Plex Sans KR"/>
              </a:rPr>
              <a:t>실행문·분기 100%</a:t>
            </a:r>
            <a:endParaRPr sz="3200" b="0" i="0" u="none" strike="noStrike" cap="none">
              <a:solidFill>
                <a:schemeClr val="dk1"/>
              </a:solidFill>
              <a:latin typeface="IBM Plex Sans KR"/>
              <a:ea typeface="IBM Plex Sans KR"/>
              <a:cs typeface="IBM Plex Sans KR"/>
            </a:endParaRPr>
          </a:p>
        </p:txBody>
      </p:sp>
      <p:sp>
        <p:nvSpPr>
          <p:cNvPr id="258" name="Google Shape;258;p11">
            <a:extLst xmlns:a="http://schemas.openxmlformats.org/drawingml/2006/main">
              <a:ext uri="{FF2B5EF4-FFF2-40B4-BE49-F238E27FC236}">
                <a16:creationId xmlns:a16="http://schemas.microsoft.com/office/drawing/2014/main" id="{491D20DC-7DBD-4E73-A447-FA859E175134}"/>
              </a:ext>
            </a:extLst>
          </p:cNvPr>
          <p:cNvSpPr>
            <a:spLocks xmlns:a="http://schemas.openxmlformats.org/drawingml/2006/main" noGrp="1"/>
          </p:cNvSpPr>
          <p:nvPr/>
        </p:nvSpPr>
        <p:spPr>
          <a:xfrm xmlns:a="http://schemas.openxmlformats.org/drawingml/2006/main">
            <a:off x="1015937" y="4457700"/>
            <a:ext cx="4931664" cy="2539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fontScale="92569"/>
          </a:bodyPr>
          <a:lstStyle xmlns:a="http://schemas.openxmlformats.org/drawingml/2006/main">
            <a:defPPr algn="l">
              <a:defRPr sz="1200">
                <a:solidFill>
                  <a:srgbClr val="1D4ED8"/>
                </a:solidFill>
                <a:latin typeface="IBM Plex Sans KR"/>
                <a:ea typeface="IBM Plex Sans KR"/>
                <a:cs typeface="IBM Plex Sans KR"/>
              </a:defRPr>
            </a:defPPr>
            <a:lvl1pPr algn="l">
              <a:defRPr sz="1200">
                <a:solidFill>
                  <a:srgbClr val="1D4ED8"/>
                </a:solidFill>
                <a:latin typeface="IBM Plex Sans KR"/>
                <a:ea typeface="IBM Plex Sans KR"/>
                <a:cs typeface="IBM Plex Sans KR"/>
              </a:defRPr>
            </a:lvl1pPr>
            <a:lvl2pPr algn="l">
              <a:defRPr sz="1200">
                <a:solidFill>
                  <a:srgbClr val="1D4ED8"/>
                </a:solidFill>
                <a:latin typeface="IBM Plex Sans KR"/>
                <a:ea typeface="IBM Plex Sans KR"/>
                <a:cs typeface="IBM Plex Sans KR"/>
              </a:defRPr>
            </a:lvl2pPr>
            <a:lvl3pPr algn="l">
              <a:defRPr sz="1200">
                <a:solidFill>
                  <a:srgbClr val="1D4ED8"/>
                </a:solidFill>
                <a:latin typeface="IBM Plex Sans KR"/>
                <a:ea typeface="IBM Plex Sans KR"/>
                <a:cs typeface="IBM Plex Sans KR"/>
              </a:defRPr>
            </a:lvl3pPr>
            <a:lvl4pPr algn="l">
              <a:defRPr sz="1200">
                <a:solidFill>
                  <a:srgbClr val="1D4ED8"/>
                </a:solidFill>
                <a:latin typeface="IBM Plex Sans KR"/>
                <a:ea typeface="IBM Plex Sans KR"/>
                <a:cs typeface="IBM Plex Sans KR"/>
              </a:defRPr>
            </a:lvl4pPr>
            <a:lvl5pPr algn="l">
              <a:defRPr sz="1200">
                <a:solidFill>
                  <a:srgbClr val="1D4ED8"/>
                </a:solidFill>
                <a:latin typeface="IBM Plex Sans KR"/>
                <a:ea typeface="IBM Plex Sans KR"/>
                <a:cs typeface="IBM Plex Sans KR"/>
              </a:defRPr>
            </a:lvl5pPr>
            <a:lvl6pPr algn="l">
              <a:defRPr sz="1200">
                <a:solidFill>
                  <a:srgbClr val="1D4ED8"/>
                </a:solidFill>
                <a:latin typeface="IBM Plex Sans KR"/>
                <a:ea typeface="IBM Plex Sans KR"/>
                <a:cs typeface="IBM Plex Sans KR"/>
              </a:defRPr>
            </a:lvl6pPr>
            <a:lvl7pPr algn="l">
              <a:defRPr sz="1200">
                <a:solidFill>
                  <a:srgbClr val="1D4ED8"/>
                </a:solidFill>
                <a:latin typeface="IBM Plex Sans KR"/>
                <a:ea typeface="IBM Plex Sans KR"/>
                <a:cs typeface="IBM Plex Sans KR"/>
              </a:defRPr>
            </a:lvl7pPr>
            <a:lvl8pPr algn="l">
              <a:defRPr sz="1200">
                <a:solidFill>
                  <a:srgbClr val="1D4ED8"/>
                </a:solidFill>
                <a:latin typeface="IBM Plex Sans KR"/>
                <a:ea typeface="IBM Plex Sans KR"/>
                <a:cs typeface="IBM Plex Sans KR"/>
              </a:defRPr>
            </a:lvl8pPr>
            <a:lvl9pPr algn="l">
              <a:defRPr sz="1200">
                <a:solidFill>
                  <a:srgbClr val="1D4ED8"/>
                </a:solidFill>
                <a:latin typeface="IBM Plex Sans KR"/>
                <a:ea typeface="IBM Plex Sans KR"/>
                <a:cs typeface="IBM Plex Sans KR"/>
              </a:defRPr>
            </a:lvl9pPr>
          </a:lstStyle>
          <a:p xmlns:a="http://schemas.openxmlformats.org/drawingml/2006/main">
            <a:pPr marL="0" marR="0" lvl="0" indent="0" algn="l">
              <a:lnSpc>
                <a:spcPct val="150000"/>
              </a:lnSpc>
              <a:spcBef>
                <a:spcPts val="0"/>
              </a:spcBef>
              <a:spcAft>
                <a:spcPts val="0"/>
              </a:spcAft>
              <a:buClr>
                <a:srgbClr val="1D4ED8"/>
              </a:buClr>
              <a:buSzPts val="1200"/>
              <a:buFont typeface="IBM Plex Sans KR"/>
              <a:buNone/>
              <a:defRPr sz="1200">
                <a:solidFill>
                  <a:srgbClr val="1D4ED8"/>
                </a:solidFill>
                <a:latin typeface="IBM Plex Sans KR"/>
                <a:ea typeface="IBM Plex Sans KR"/>
                <a:cs typeface="IBM Plex Sans KR"/>
              </a:defRPr>
            </a:pPr>
            <a:r>
              <a:rPr sz="1200" b="0" i="0" u="none" strike="noStrike" cap="none">
                <a:solidFill>
                  <a:srgbClr val="1D4ED8"/>
                </a:solidFill>
                <a:latin typeface="IBM Plex Sans KR"/>
                <a:ea typeface="IBM Plex Sans KR"/>
                <a:cs typeface="IBM Plex Sans KR"/>
              </a:rPr>
              <a:t>단위·분기 실행률과 답변 정확성은 별도 지표</a:t>
            </a:r>
            <a:endParaRPr sz="1200" b="0" i="0" u="none" strike="noStrike" cap="none">
              <a:solidFill>
                <a:schemeClr val="dk1"/>
              </a:solidFill>
              <a:latin typeface="IBM Plex Sans KR"/>
              <a:ea typeface="IBM Plex Sans KR"/>
              <a:cs typeface="IBM Plex Sans KR"/>
            </a:endParaRPr>
          </a:p>
        </p:txBody>
      </p:sp>
      <p:sp>
        <p:nvSpPr>
          <p:cNvPr id="259" name="Google Shape;259;p11">
            <a:extLst xmlns:a="http://schemas.openxmlformats.org/drawingml/2006/main">
              <a:ext uri="{FF2B5EF4-FFF2-40B4-BE49-F238E27FC236}">
                <a16:creationId xmlns:a16="http://schemas.microsoft.com/office/drawing/2014/main" id="{8C888279-3795-4A15-825D-61DBFFFE44FC}"/>
              </a:ext>
            </a:extLst>
          </p:cNvPr>
          <p:cNvSpPr>
            <a:spLocks xmlns:a="http://schemas.openxmlformats.org/drawingml/2006/main" noGrp="1"/>
          </p:cNvSpPr>
          <p:nvPr/>
        </p:nvSpPr>
        <p:spPr>
          <a:xfrm xmlns:a="http://schemas.openxmlformats.org/drawingml/2006/main">
            <a:off x="6184868" y="3571875"/>
            <a:ext cx="5194364" cy="1219200"/>
          </a:xfrm>
          <a:prstGeom xmlns:a="http://schemas.openxmlformats.org/drawingml/2006/main" prst="roundRect">
            <a:avLst>
              <a:gd name="adj" fmla="val 7492"/>
            </a:avLst>
          </a:prstGeom>
          <a:solidFill xmlns:a="http://schemas.openxmlformats.org/drawingml/2006/main">
            <a:srgbClr val="EAF0FD"/>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60" name="Google Shape;260;p11">
            <a:extLst xmlns:a="http://schemas.openxmlformats.org/drawingml/2006/main">
              <a:ext uri="{FF2B5EF4-FFF2-40B4-BE49-F238E27FC236}">
                <a16:creationId xmlns:a16="http://schemas.microsoft.com/office/drawing/2014/main" id="{71088FFF-F444-4D5B-B381-F5B0B58C3C42}"/>
              </a:ext>
            </a:extLst>
          </p:cNvPr>
          <p:cNvSpPr>
            <a:spLocks xmlns:a="http://schemas.openxmlformats.org/drawingml/2006/main" noGrp="1"/>
          </p:cNvSpPr>
          <p:nvPr/>
        </p:nvSpPr>
        <p:spPr>
          <a:xfrm xmlns:a="http://schemas.openxmlformats.org/drawingml/2006/main">
            <a:off x="6388037" y="3685699"/>
            <a:ext cx="4931664" cy="22345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fontScale="93990"/>
          </a:bodyPr>
          <a:lstStyle xmlns:a="http://schemas.openxmlformats.org/drawingml/2006/main"/>
          <a:p xmlns:a="http://schemas.openxmlformats.org/drawingml/2006/main">
            <a:pPr marL="0" marR="0" lvl="0" indent="0" algn="l">
              <a:lnSpc>
                <a:spcPct val="130000"/>
              </a:lnSpc>
              <a:spcBef>
                <a:spcPts val="0"/>
              </a:spcBef>
              <a:spcAft>
                <a:spcPts val="0"/>
              </a:spcAft>
              <a:buClr>
                <a:srgbClr val="1D4ED8"/>
              </a:buClr>
              <a:buSzPts val="1200"/>
              <a:buFont typeface="IBM Plex Sans KR"/>
              <a:buNone/>
            </a:pPr>
            <a:r>
              <a:rPr sz="1200" b="1" i="0" u="none" strike="noStrike" cap="none">
                <a:solidFill>
                  <a:srgbClr val="1D4ED8"/>
                </a:solidFill>
                <a:latin typeface="IBM Plex Sans KR"/>
                <a:ea typeface="IBM Plex Sans KR"/>
                <a:cs typeface="IBM Plex Sans KR"/>
              </a:rPr>
              <a:t>목표 대비</a:t>
            </a:r>
            <a:endParaRPr sz="1200" b="0" i="0" u="none" strike="noStrike" cap="none">
              <a:solidFill>
                <a:schemeClr val="dk1"/>
              </a:solidFill>
              <a:latin typeface="IBM Plex Sans KR"/>
              <a:ea typeface="IBM Plex Sans KR"/>
              <a:cs typeface="IBM Plex Sans KR"/>
            </a:endParaRPr>
          </a:p>
        </p:txBody>
      </p:sp>
      <p:sp>
        <p:nvSpPr>
          <p:cNvPr id="261" name="Google Shape;261;p11">
            <a:extLst xmlns:a="http://schemas.openxmlformats.org/drawingml/2006/main">
              <a:ext uri="{FF2B5EF4-FFF2-40B4-BE49-F238E27FC236}">
                <a16:creationId xmlns:a16="http://schemas.microsoft.com/office/drawing/2014/main" id="{2B44D3E1-17D6-4E5F-8D96-D5D116C0D078}"/>
              </a:ext>
            </a:extLst>
          </p:cNvPr>
          <p:cNvSpPr>
            <a:spLocks xmlns:a="http://schemas.openxmlformats.org/drawingml/2006/main" noGrp="1"/>
          </p:cNvSpPr>
          <p:nvPr/>
        </p:nvSpPr>
        <p:spPr>
          <a:xfrm xmlns:a="http://schemas.openxmlformats.org/drawingml/2006/main">
            <a:off x="6388037" y="3947255"/>
            <a:ext cx="4931664" cy="27298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fontScale="91859"/>
          </a:bodyPr>
          <a:lstStyle xmlns:a="http://schemas.openxmlformats.org/drawingml/2006/main">
            <a:defPPr algn="l">
              <a:defRPr sz="1500" b="1">
                <a:solidFill>
                  <a:srgbClr val="1D4ED8"/>
                </a:solidFill>
                <a:latin typeface="IBM Plex Sans KR"/>
                <a:ea typeface="IBM Plex Sans KR"/>
                <a:cs typeface="IBM Plex Sans KR"/>
              </a:defRPr>
            </a:defPPr>
            <a:lvl1pPr algn="l">
              <a:defRPr sz="1500" b="1">
                <a:solidFill>
                  <a:srgbClr val="1D4ED8"/>
                </a:solidFill>
                <a:latin typeface="IBM Plex Sans KR"/>
                <a:ea typeface="IBM Plex Sans KR"/>
                <a:cs typeface="IBM Plex Sans KR"/>
              </a:defRPr>
            </a:lvl1pPr>
            <a:lvl2pPr algn="l">
              <a:defRPr sz="1500" b="1">
                <a:solidFill>
                  <a:srgbClr val="1D4ED8"/>
                </a:solidFill>
                <a:latin typeface="IBM Plex Sans KR"/>
                <a:ea typeface="IBM Plex Sans KR"/>
                <a:cs typeface="IBM Plex Sans KR"/>
              </a:defRPr>
            </a:lvl2pPr>
            <a:lvl3pPr algn="l">
              <a:defRPr sz="1500" b="1">
                <a:solidFill>
                  <a:srgbClr val="1D4ED8"/>
                </a:solidFill>
                <a:latin typeface="IBM Plex Sans KR"/>
                <a:ea typeface="IBM Plex Sans KR"/>
                <a:cs typeface="IBM Plex Sans KR"/>
              </a:defRPr>
            </a:lvl3pPr>
            <a:lvl4pPr algn="l">
              <a:defRPr sz="1500" b="1">
                <a:solidFill>
                  <a:srgbClr val="1D4ED8"/>
                </a:solidFill>
                <a:latin typeface="IBM Plex Sans KR"/>
                <a:ea typeface="IBM Plex Sans KR"/>
                <a:cs typeface="IBM Plex Sans KR"/>
              </a:defRPr>
            </a:lvl4pPr>
            <a:lvl5pPr algn="l">
              <a:defRPr sz="1500" b="1">
                <a:solidFill>
                  <a:srgbClr val="1D4ED8"/>
                </a:solidFill>
                <a:latin typeface="IBM Plex Sans KR"/>
                <a:ea typeface="IBM Plex Sans KR"/>
                <a:cs typeface="IBM Plex Sans KR"/>
              </a:defRPr>
            </a:lvl5pPr>
            <a:lvl6pPr algn="l">
              <a:defRPr sz="1500" b="1">
                <a:solidFill>
                  <a:srgbClr val="1D4ED8"/>
                </a:solidFill>
                <a:latin typeface="IBM Plex Sans KR"/>
                <a:ea typeface="IBM Plex Sans KR"/>
                <a:cs typeface="IBM Plex Sans KR"/>
              </a:defRPr>
            </a:lvl6pPr>
            <a:lvl7pPr algn="l">
              <a:defRPr sz="1500" b="1">
                <a:solidFill>
                  <a:srgbClr val="1D4ED8"/>
                </a:solidFill>
                <a:latin typeface="IBM Plex Sans KR"/>
                <a:ea typeface="IBM Plex Sans KR"/>
                <a:cs typeface="IBM Plex Sans KR"/>
              </a:defRPr>
            </a:lvl7pPr>
            <a:lvl8pPr algn="l">
              <a:defRPr sz="1500" b="1">
                <a:solidFill>
                  <a:srgbClr val="1D4ED8"/>
                </a:solidFill>
                <a:latin typeface="IBM Plex Sans KR"/>
                <a:ea typeface="IBM Plex Sans KR"/>
                <a:cs typeface="IBM Plex Sans KR"/>
              </a:defRPr>
            </a:lvl8pPr>
            <a:lvl9pPr algn="l">
              <a:defRPr sz="1500" b="1">
                <a:solidFill>
                  <a:srgbClr val="1D4ED8"/>
                </a:solidFill>
                <a:latin typeface="IBM Plex Sans KR"/>
                <a:ea typeface="IBM Plex Sans KR"/>
                <a:cs typeface="IBM Plex Sans KR"/>
              </a:defRPr>
            </a:lvl9pPr>
          </a:lstStyle>
          <a:p xmlns:a="http://schemas.openxmlformats.org/drawingml/2006/main">
            <a:pPr marL="0" marR="0" lvl="0" indent="0" algn="l">
              <a:lnSpc>
                <a:spcPct val="130000"/>
              </a:lnSpc>
              <a:spcBef>
                <a:spcPts val="0"/>
              </a:spcBef>
              <a:spcAft>
                <a:spcPts val="0"/>
              </a:spcAft>
              <a:buClr>
                <a:srgbClr val="1D4ED8"/>
              </a:buClr>
              <a:buSzPts val="1500"/>
              <a:buFont typeface="IBM Plex Sans KR"/>
              <a:buNone/>
              <a:defRPr sz="1500" b="1">
                <a:solidFill>
                  <a:srgbClr val="1D4ED8"/>
                </a:solidFill>
                <a:latin typeface="IBM Plex Sans KR"/>
                <a:ea typeface="IBM Plex Sans KR"/>
                <a:cs typeface="IBM Plex Sans KR"/>
              </a:defRPr>
            </a:pPr>
            <a:r>
              <a:rPr sz="1500" b="1" i="0" u="none" strike="noStrike" cap="none">
                <a:solidFill>
                  <a:srgbClr val="1D4ED8"/>
                </a:solidFill>
                <a:latin typeface="IBM Plex Sans KR"/>
                <a:ea typeface="IBM Plex Sans KR"/>
                <a:cs typeface="IBM Plex Sans KR"/>
              </a:rPr>
              <a:t>핵심 기능 달성 / 운영 검증 일부 대기</a:t>
            </a:r>
            <a:endParaRPr sz="1500" b="0" i="0" u="none" strike="noStrike" cap="none">
              <a:solidFill>
                <a:schemeClr val="dk1"/>
              </a:solidFill>
              <a:latin typeface="IBM Plex Sans KR"/>
              <a:ea typeface="IBM Plex Sans KR"/>
              <a:cs typeface="IBM Plex Sans KR"/>
            </a:endParaRPr>
          </a:p>
        </p:txBody>
      </p:sp>
      <p:sp>
        <p:nvSpPr>
          <p:cNvPr id="262" name="Google Shape;262;p11">
            <a:extLst xmlns:a="http://schemas.openxmlformats.org/drawingml/2006/main">
              <a:ext uri="{FF2B5EF4-FFF2-40B4-BE49-F238E27FC236}">
                <a16:creationId xmlns:a16="http://schemas.microsoft.com/office/drawing/2014/main" id="{96D6F55B-B37B-4219-8E3F-1046BF24D6BE}"/>
              </a:ext>
            </a:extLst>
          </p:cNvPr>
          <p:cNvSpPr>
            <a:spLocks xmlns:a="http://schemas.openxmlformats.org/drawingml/2006/main" noGrp="1"/>
          </p:cNvSpPr>
          <p:nvPr/>
        </p:nvSpPr>
        <p:spPr>
          <a:xfrm xmlns:a="http://schemas.openxmlformats.org/drawingml/2006/main">
            <a:off x="6388037" y="4258342"/>
            <a:ext cx="4931664" cy="2539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fontScale="92569"/>
          </a:bodyPr>
          <a:lstStyle xmlns:a="http://schemas.openxmlformats.org/drawingml/2006/main">
            <a:defPPr algn="l">
              <a:defRPr sz="1200">
                <a:solidFill>
                  <a:srgbClr val="1D4ED8"/>
                </a:solidFill>
                <a:latin typeface="IBM Plex Sans KR"/>
                <a:ea typeface="IBM Plex Sans KR"/>
                <a:cs typeface="IBM Plex Sans KR"/>
              </a:defRPr>
            </a:defPPr>
            <a:lvl1pPr algn="l">
              <a:defRPr sz="1200">
                <a:solidFill>
                  <a:srgbClr val="1D4ED8"/>
                </a:solidFill>
                <a:latin typeface="IBM Plex Sans KR"/>
                <a:ea typeface="IBM Plex Sans KR"/>
                <a:cs typeface="IBM Plex Sans KR"/>
              </a:defRPr>
            </a:lvl1pPr>
            <a:lvl2pPr algn="l">
              <a:defRPr sz="1200">
                <a:solidFill>
                  <a:srgbClr val="1D4ED8"/>
                </a:solidFill>
                <a:latin typeface="IBM Plex Sans KR"/>
                <a:ea typeface="IBM Plex Sans KR"/>
                <a:cs typeface="IBM Plex Sans KR"/>
              </a:defRPr>
            </a:lvl2pPr>
            <a:lvl3pPr algn="l">
              <a:defRPr sz="1200">
                <a:solidFill>
                  <a:srgbClr val="1D4ED8"/>
                </a:solidFill>
                <a:latin typeface="IBM Plex Sans KR"/>
                <a:ea typeface="IBM Plex Sans KR"/>
                <a:cs typeface="IBM Plex Sans KR"/>
              </a:defRPr>
            </a:lvl3pPr>
            <a:lvl4pPr algn="l">
              <a:defRPr sz="1200">
                <a:solidFill>
                  <a:srgbClr val="1D4ED8"/>
                </a:solidFill>
                <a:latin typeface="IBM Plex Sans KR"/>
                <a:ea typeface="IBM Plex Sans KR"/>
                <a:cs typeface="IBM Plex Sans KR"/>
              </a:defRPr>
            </a:lvl4pPr>
            <a:lvl5pPr algn="l">
              <a:defRPr sz="1200">
                <a:solidFill>
                  <a:srgbClr val="1D4ED8"/>
                </a:solidFill>
                <a:latin typeface="IBM Plex Sans KR"/>
                <a:ea typeface="IBM Plex Sans KR"/>
                <a:cs typeface="IBM Plex Sans KR"/>
              </a:defRPr>
            </a:lvl5pPr>
            <a:lvl6pPr algn="l">
              <a:defRPr sz="1200">
                <a:solidFill>
                  <a:srgbClr val="1D4ED8"/>
                </a:solidFill>
                <a:latin typeface="IBM Plex Sans KR"/>
                <a:ea typeface="IBM Plex Sans KR"/>
                <a:cs typeface="IBM Plex Sans KR"/>
              </a:defRPr>
            </a:lvl6pPr>
            <a:lvl7pPr algn="l">
              <a:defRPr sz="1200">
                <a:solidFill>
                  <a:srgbClr val="1D4ED8"/>
                </a:solidFill>
                <a:latin typeface="IBM Plex Sans KR"/>
                <a:ea typeface="IBM Plex Sans KR"/>
                <a:cs typeface="IBM Plex Sans KR"/>
              </a:defRPr>
            </a:lvl7pPr>
            <a:lvl8pPr algn="l">
              <a:defRPr sz="1200">
                <a:solidFill>
                  <a:srgbClr val="1D4ED8"/>
                </a:solidFill>
                <a:latin typeface="IBM Plex Sans KR"/>
                <a:ea typeface="IBM Plex Sans KR"/>
                <a:cs typeface="IBM Plex Sans KR"/>
              </a:defRPr>
            </a:lvl8pPr>
            <a:lvl9pPr algn="l">
              <a:defRPr sz="1200">
                <a:solidFill>
                  <a:srgbClr val="1D4ED8"/>
                </a:solidFill>
                <a:latin typeface="IBM Plex Sans KR"/>
                <a:ea typeface="IBM Plex Sans KR"/>
                <a:cs typeface="IBM Plex Sans KR"/>
              </a:defRPr>
            </a:lvl9pPr>
          </a:lstStyle>
          <a:p xmlns:a="http://schemas.openxmlformats.org/drawingml/2006/main">
            <a:pPr marL="0" marR="0" lvl="0" indent="0" algn="l">
              <a:lnSpc>
                <a:spcPct val="150000"/>
              </a:lnSpc>
              <a:spcBef>
                <a:spcPts val="0"/>
              </a:spcBef>
              <a:spcAft>
                <a:spcPts val="0"/>
              </a:spcAft>
              <a:buClr>
                <a:srgbClr val="1D4ED8"/>
              </a:buClr>
              <a:buSzPts val="1200"/>
              <a:buFont typeface="IBM Plex Sans KR"/>
              <a:buNone/>
              <a:defRPr sz="1200">
                <a:solidFill>
                  <a:srgbClr val="1D4ED8"/>
                </a:solidFill>
                <a:latin typeface="IBM Plex Sans KR"/>
                <a:ea typeface="IBM Plex Sans KR"/>
                <a:cs typeface="IBM Plex Sans KR"/>
              </a:defRPr>
            </a:pPr>
            <a:r>
              <a:rPr sz="1200" b="0" i="0" u="none" strike="noStrike" cap="none">
                <a:solidFill>
                  <a:srgbClr val="1D4ED8"/>
                </a:solidFill>
                <a:latin typeface="IBM Plex Sans KR"/>
                <a:ea typeface="IBM Plex Sans KR"/>
                <a:cs typeface="IBM Plex Sans KR"/>
              </a:rPr>
              <a:t>검색 실패·최신 Docker·Sonar 상태를 구분</a:t>
            </a:r>
            <a:endParaRPr sz="1200" b="0" i="0" u="none" strike="noStrike" cap="none">
              <a:solidFill>
                <a:schemeClr val="dk1"/>
              </a:solidFill>
              <a:latin typeface="IBM Plex Sans KR"/>
              <a:ea typeface="IBM Plex Sans KR"/>
              <a:cs typeface="IBM Plex Sans KR"/>
            </a:endParaRPr>
          </a:p>
        </p:txBody>
      </p:sp>
      <p:sp>
        <p:nvSpPr>
          <p:cNvPr id="263" name="Google Shape;263;p11">
            <a:extLst xmlns:a="http://schemas.openxmlformats.org/drawingml/2006/main">
              <a:ext uri="{FF2B5EF4-FFF2-40B4-BE49-F238E27FC236}">
                <a16:creationId xmlns:a16="http://schemas.microsoft.com/office/drawing/2014/main" id="{3A0D465E-C396-4996-804E-B22865755DE6}"/>
              </a:ext>
            </a:extLst>
          </p:cNvPr>
          <p:cNvSpPr>
            <a:spLocks xmlns:a="http://schemas.openxmlformats.org/drawingml/2006/main" noGrp="1"/>
          </p:cNvSpPr>
          <p:nvPr/>
        </p:nvSpPr>
        <p:spPr>
          <a:xfrm xmlns:a="http://schemas.openxmlformats.org/drawingml/2006/main">
            <a:off x="812752" y="6238335"/>
            <a:ext cx="2518641" cy="23869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marR="0" lvl="0" indent="0" algn="l">
              <a:lnSpc>
                <a:spcPct val="140000"/>
              </a:lnSpc>
              <a:spcBef>
                <a:spcPts val="0"/>
              </a:spcBef>
              <a:spcAft>
                <a:spcPts val="0"/>
              </a:spcAft>
              <a:buClr>
                <a:srgbClr val="1F2937"/>
              </a:buClr>
              <a:buSzPts val="1200"/>
              <a:buFont typeface="IBM Plex Sans KR"/>
              <a:buNone/>
            </a:pPr>
            <a:r>
              <a:rPr sz="1200" b="0" i="0" u="none" strike="noStrike" cap="none">
                <a:solidFill>
                  <a:srgbClr val="1F2937"/>
                </a:solidFill>
                <a:latin typeface="IBM Plex Sans KR"/>
                <a:ea typeface="IBM Plex Sans KR"/>
                <a:cs typeface="IBM Plex Sans KR"/>
              </a:rPr>
              <a:t>AI Agent 미니 프로젝트 결과 발표</a:t>
            </a:r>
            <a:endParaRPr sz="1200" b="0" i="0" u="none" strike="noStrike" cap="none">
              <a:solidFill>
                <a:schemeClr val="dk1"/>
              </a:solidFill>
              <a:latin typeface="IBM Plex Sans KR"/>
              <a:ea typeface="IBM Plex Sans KR"/>
              <a:cs typeface="IBM Plex Sans KR"/>
            </a:endParaRPr>
          </a:p>
        </p:txBody>
      </p:sp>
      <p:sp>
        <p:nvSpPr>
          <p:cNvPr id="264" name="Google Shape;264;p11">
            <a:extLst xmlns:a="http://schemas.openxmlformats.org/drawingml/2006/main">
              <a:ext uri="{FF2B5EF4-FFF2-40B4-BE49-F238E27FC236}">
                <a16:creationId xmlns:a16="http://schemas.microsoft.com/office/drawing/2014/main" id="{9404C682-C117-4596-BDB6-E127560F79E6}"/>
              </a:ext>
            </a:extLst>
          </p:cNvPr>
          <p:cNvSpPr>
            <a:spLocks xmlns:a="http://schemas.openxmlformats.org/drawingml/2006/main" noGrp="1"/>
          </p:cNvSpPr>
          <p:nvPr/>
        </p:nvSpPr>
        <p:spPr>
          <a:xfrm xmlns:a="http://schemas.openxmlformats.org/drawingml/2006/main">
            <a:off x="10883154" y="6238335"/>
            <a:ext cx="595312" cy="23869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marR="0" lvl="0" indent="0" algn="l">
              <a:lnSpc>
                <a:spcPct val="140000"/>
              </a:lnSpc>
              <a:spcBef>
                <a:spcPts val="0"/>
              </a:spcBef>
              <a:spcAft>
                <a:spcPts val="0"/>
              </a:spcAft>
              <a:buClr>
                <a:srgbClr val="1F2937"/>
              </a:buClr>
              <a:buSzPts val="1200"/>
              <a:buFont typeface="IBM Plex Sans KR"/>
              <a:buNone/>
            </a:pPr>
            <a:r>
              <a:rPr sz="1200" b="0" i="0" u="none" strike="noStrike" cap="none">
                <a:solidFill>
                  <a:srgbClr val="1F2937"/>
                </a:solidFill>
                <a:latin typeface="IBM Plex Sans KR"/>
                <a:ea typeface="IBM Plex Sans KR"/>
                <a:cs typeface="IBM Plex Sans KR"/>
              </a:rPr>
              <a:t>11 / 14</a:t>
            </a:r>
            <a:endParaRPr sz="1200" b="0" i="0" u="none" strike="noStrike" cap="none">
              <a:solidFill>
                <a:schemeClr val="dk1"/>
              </a:solidFill>
              <a:latin typeface="IBM Plex Sans KR"/>
              <a:ea typeface="IBM Plex Sans KR"/>
              <a:cs typeface="IBM Plex Sans KR"/>
            </a:endParaRPr>
          </a:p>
        </p:txBody>
      </p:sp>
      <p:sp>
        <p:nvSpPr>
          <p:cNvPr id="265" name="evaluation-limits">
            <a:extLst xmlns:a="http://schemas.openxmlformats.org/drawingml/2006/main">
              <a:ext uri="{FF2B5EF4-FFF2-40B4-BE49-F238E27FC236}">
                <a16:creationId xmlns:a16="http://schemas.microsoft.com/office/drawing/2014/main" id="{BCD9155D-8635-4087-B100-27519830C20B}"/>
              </a:ext>
            </a:extLst>
          </p:cNvPr>
          <p:cNvSpPr>
            <a:spLocks xmlns:a="http://schemas.openxmlformats.org/drawingml/2006/main" noGrp="1"/>
          </p:cNvSpPr>
          <p:nvPr/>
        </p:nvSpPr>
        <p:spPr>
          <a:xfrm xmlns:a="http://schemas.openxmlformats.org/drawingml/2006/main">
            <a:off x="1019175" y="4905375"/>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a:solidFill>
                  <a:srgbClr val="303A4C"/>
                </a:solidFill>
                <a:latin typeface="IBM Plex Sans KR"/>
                <a:ea typeface="IBM Plex Sans KR"/>
                <a:cs typeface="IBM Plex Sans KR"/>
              </a:defRPr>
            </a:defPPr>
            <a:lvl1pPr>
              <a:defRPr sz="1200">
                <a:solidFill>
                  <a:srgbClr val="303A4C"/>
                </a:solidFill>
                <a:latin typeface="IBM Plex Sans KR"/>
                <a:ea typeface="IBM Plex Sans KR"/>
                <a:cs typeface="IBM Plex Sans KR"/>
              </a:defRPr>
            </a:lvl1pPr>
            <a:lvl2pPr>
              <a:defRPr sz="1200">
                <a:solidFill>
                  <a:srgbClr val="303A4C"/>
                </a:solidFill>
                <a:latin typeface="IBM Plex Sans KR"/>
                <a:ea typeface="IBM Plex Sans KR"/>
                <a:cs typeface="IBM Plex Sans KR"/>
              </a:defRPr>
            </a:lvl2pPr>
            <a:lvl3pPr>
              <a:defRPr sz="1200">
                <a:solidFill>
                  <a:srgbClr val="303A4C"/>
                </a:solidFill>
                <a:latin typeface="IBM Plex Sans KR"/>
                <a:ea typeface="IBM Plex Sans KR"/>
                <a:cs typeface="IBM Plex Sans KR"/>
              </a:defRPr>
            </a:lvl3pPr>
            <a:lvl4pPr>
              <a:defRPr sz="1200">
                <a:solidFill>
                  <a:srgbClr val="303A4C"/>
                </a:solidFill>
                <a:latin typeface="IBM Plex Sans KR"/>
                <a:ea typeface="IBM Plex Sans KR"/>
                <a:cs typeface="IBM Plex Sans KR"/>
              </a:defRPr>
            </a:lvl4pPr>
            <a:lvl5pPr>
              <a:defRPr sz="1200">
                <a:solidFill>
                  <a:srgbClr val="303A4C"/>
                </a:solidFill>
                <a:latin typeface="IBM Plex Sans KR"/>
                <a:ea typeface="IBM Plex Sans KR"/>
                <a:cs typeface="IBM Plex Sans KR"/>
              </a:defRPr>
            </a:lvl5pPr>
            <a:lvl6pPr>
              <a:defRPr sz="1200">
                <a:solidFill>
                  <a:srgbClr val="303A4C"/>
                </a:solidFill>
                <a:latin typeface="IBM Plex Sans KR"/>
                <a:ea typeface="IBM Plex Sans KR"/>
                <a:cs typeface="IBM Plex Sans KR"/>
              </a:defRPr>
            </a:lvl6pPr>
            <a:lvl7pPr>
              <a:defRPr sz="1200">
                <a:solidFill>
                  <a:srgbClr val="303A4C"/>
                </a:solidFill>
                <a:latin typeface="IBM Plex Sans KR"/>
                <a:ea typeface="IBM Plex Sans KR"/>
                <a:cs typeface="IBM Plex Sans KR"/>
              </a:defRPr>
            </a:lvl7pPr>
            <a:lvl8pPr>
              <a:defRPr sz="1200">
                <a:solidFill>
                  <a:srgbClr val="303A4C"/>
                </a:solidFill>
                <a:latin typeface="IBM Plex Sans KR"/>
                <a:ea typeface="IBM Plex Sans KR"/>
                <a:cs typeface="IBM Plex Sans KR"/>
              </a:defRPr>
            </a:lvl8pPr>
            <a:lvl9pPr>
              <a:defRPr sz="1200">
                <a:solidFill>
                  <a:srgbClr val="303A4C"/>
                </a:solidFill>
                <a:latin typeface="IBM Plex Sans KR"/>
                <a:ea typeface="IBM Plex Sans KR"/>
                <a:cs typeface="IBM Plex Sans KR"/>
              </a:defRPr>
            </a:lvl9pPr>
          </a:lstStyle>
          <a:p xmlns:a="http://schemas.openxmlformats.org/drawingml/2006/main">
            <a:pPr>
              <a:lnSpc>
                <a:spcPct val="115000"/>
              </a:lnSpc>
              <a:buNone/>
              <a:defRPr sz="1200">
                <a:solidFill>
                  <a:srgbClr val="303A4C"/>
                </a:solidFill>
                <a:latin typeface="IBM Plex Sans KR"/>
                <a:ea typeface="IBM Plex Sans KR"/>
                <a:cs typeface="IBM Plex Sans KR"/>
              </a:defRPr>
            </a:pPr>
            <a:r>
              <a:rPr sz="1200">
                <a:solidFill>
                  <a:srgbClr val="303A4C"/>
                </a:solidFill>
                <a:latin typeface="IBM Plex Sans KR"/>
                <a:ea typeface="IBM Plex Sans KR"/>
                <a:cs typeface="IBM Plex Sans KR"/>
              </a:rPr>
              <a:t>커버리지 100%는 측정한 소스 범위의 실행률이다. 모든 입력의 정답이나 운영 환경 성공을 보장하지 않는다.</a:t>
            </a:r>
          </a:p>
          <a:p xmlns:a="http://schemas.openxmlformats.org/drawingml/2006/main">
            <a:pPr>
              <a:lnSpc>
                <a:spcPct val="115000"/>
              </a:lnSpc>
              <a:buNone/>
              <a:defRPr sz="1200">
                <a:solidFill>
                  <a:srgbClr val="303A4C"/>
                </a:solidFill>
                <a:latin typeface="IBM Plex Sans KR"/>
                <a:ea typeface="IBM Plex Sans KR"/>
                <a:cs typeface="IBM Plex Sans KR"/>
              </a:defRPr>
            </a:pPr>
            <a:r>
              <a:rPr sz="1200">
                <a:solidFill>
                  <a:srgbClr val="303A4C"/>
                </a:solidFill>
                <a:latin typeface="IBM Plex Sans KR"/>
                <a:ea typeface="IBM Plex Sans KR"/>
                <a:cs typeface="IBM Plex Sans KR"/>
              </a:rPr>
              <a:t>통합 전 Sonar: 복잡도 경고 0·품질문 ERROR(12). 통합 후 재분석·최신 Docker·Claude 실계정은 미검증.</a:t>
            </a:r>
          </a:p>
        </p:txBody>
      </p:sp>
    </p:spTree>
    <p:extLst>
      <p:ext uri="{BB962C8B-B14F-4D97-AF65-F5344CB8AC3E}">
        <p14:creationId xmlns:p14="http://schemas.microsoft.com/office/powerpoint/2010/main" val="284767057"/>
      </p:ext>
    </p:extLst>
  </p:cSld>
</p:sld>
</file>

<file path=ppt/slides/slide12.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270" name="Google Shape;270;p12">
            <a:extLst xmlns:a="http://schemas.openxmlformats.org/drawingml/2006/main">
              <a:ext uri="{FF2B5EF4-FFF2-40B4-BE49-F238E27FC236}">
                <a16:creationId xmlns:a16="http://schemas.microsoft.com/office/drawing/2014/main" id="{63669573-C814-4E5C-8317-2DE693C610FA}"/>
              </a:ext>
            </a:extLst>
          </p:cNvPr>
          <p:cNvSpPr>
            <a:spLocks xmlns:a="http://schemas.openxmlformats.org/drawingml/2006/main" noGrp="1"/>
          </p:cNvSpPr>
          <p:nvPr/>
        </p:nvSpPr>
        <p:spPr>
          <a:xfrm xmlns:a="http://schemas.openxmlformats.org/drawingml/2006/main">
            <a:off x="812752" y="660375"/>
            <a:ext cx="10883490" cy="20820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marR="0" lvl="0" indent="0" algn="l">
              <a:lnSpc>
                <a:spcPct val="120000"/>
              </a:lnSpc>
              <a:spcBef>
                <a:spcPts val="0"/>
              </a:spcBef>
              <a:spcAft>
                <a:spcPts val="0"/>
              </a:spcAft>
              <a:buClr>
                <a:srgbClr val="1D4ED8"/>
              </a:buClr>
              <a:buSzPts val="1200"/>
              <a:buFont typeface="IBM Plex Sans KR"/>
              <a:buNone/>
            </a:pPr>
            <a:r>
              <a:rPr sz="1200" b="1" i="0" u="none" strike="noStrike" cap="none">
                <a:solidFill>
                  <a:srgbClr val="1D4ED8"/>
                </a:solidFill>
                <a:latin typeface="IBM Plex Sans KR"/>
                <a:ea typeface="IBM Plex Sans KR"/>
                <a:cs typeface="IBM Plex Sans KR"/>
              </a:rPr>
              <a:t>08 · 평가</a:t>
            </a:r>
            <a:endParaRPr sz="1200" b="0" i="0" u="none" strike="noStrike" cap="none">
              <a:solidFill>
                <a:schemeClr val="dk1"/>
              </a:solidFill>
              <a:latin typeface="IBM Plex Sans KR"/>
              <a:ea typeface="IBM Plex Sans KR"/>
              <a:cs typeface="IBM Plex Sans KR"/>
            </a:endParaRPr>
          </a:p>
        </p:txBody>
      </p:sp>
      <p:sp>
        <p:nvSpPr>
          <p:cNvPr id="271" name="Google Shape;271;p12">
            <a:extLst xmlns:a="http://schemas.openxmlformats.org/drawingml/2006/main">
              <a:ext uri="{FF2B5EF4-FFF2-40B4-BE49-F238E27FC236}">
                <a16:creationId xmlns:a16="http://schemas.microsoft.com/office/drawing/2014/main" id="{AB1C9057-36CC-4536-98D6-8F42F6F53F07}"/>
              </a:ext>
            </a:extLst>
          </p:cNvPr>
          <p:cNvSpPr>
            <a:spLocks xmlns:a="http://schemas.openxmlformats.org/drawingml/2006/main" noGrp="1"/>
          </p:cNvSpPr>
          <p:nvPr>
            <p:ph type="title" idx="0"/>
          </p:nvPr>
        </p:nvSpPr>
        <p:spPr>
          <a:xfrm xmlns:a="http://schemas.openxmlformats.org/drawingml/2006/main">
            <a:off x="812752" y="906680"/>
            <a:ext cx="10883490" cy="42161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lvl="0" indent="0" algn="l">
              <a:lnSpc>
                <a:spcPct val="120000"/>
              </a:lnSpc>
              <a:spcBef>
                <a:spcPts val="0"/>
              </a:spcBef>
              <a:spcAft>
                <a:spcPts val="0"/>
              </a:spcAft>
              <a:buClr>
                <a:srgbClr val="1F2937"/>
              </a:buClr>
              <a:buSzPts val="2600"/>
              <a:buFont typeface="IBM Plex Sans KR"/>
              <a:buNone/>
            </a:pPr>
            <a:r>
              <a:rPr sz="2600" b="1" i="0">
                <a:solidFill>
                  <a:srgbClr val="1F2937"/>
                </a:solidFill>
                <a:latin typeface="IBM Plex Sans KR"/>
                <a:ea typeface="IBM Plex Sans KR"/>
                <a:cs typeface="IBM Plex Sans KR"/>
              </a:rPr>
              <a:t>평가 정리: 잘된 점과 한계</a:t>
            </a:r>
            <a:endParaRPr sz="2600"/>
          </a:p>
        </p:txBody>
      </p:sp>
      <p:sp>
        <p:nvSpPr>
          <p:cNvPr id="272" name="Google Shape;272;p12">
            <a:extLst xmlns:a="http://schemas.openxmlformats.org/drawingml/2006/main">
              <a:ext uri="{FF2B5EF4-FFF2-40B4-BE49-F238E27FC236}">
                <a16:creationId xmlns:a16="http://schemas.microsoft.com/office/drawing/2014/main" id="{F524F07D-7F33-4EE7-8B34-638FF6067F1A}"/>
              </a:ext>
            </a:extLst>
          </p:cNvPr>
          <p:cNvSpPr>
            <a:spLocks xmlns:a="http://schemas.openxmlformats.org/drawingml/2006/main" noGrp="1"/>
          </p:cNvSpPr>
          <p:nvPr/>
        </p:nvSpPr>
        <p:spPr>
          <a:xfrm xmlns:a="http://schemas.openxmlformats.org/drawingml/2006/main">
            <a:off x="812752" y="1506079"/>
            <a:ext cx="3403624" cy="1175953"/>
          </a:xfrm>
          <a:prstGeom xmlns:a="http://schemas.openxmlformats.org/drawingml/2006/main" prst="roundRect">
            <a:avLst>
              <a:gd name="adj" fmla="val 8640"/>
            </a:avLst>
          </a:prstGeom>
          <a:solidFill xmlns:a="http://schemas.openxmlformats.org/drawingml/2006/main">
            <a:srgbClr val="EAF0FD"/>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73" name="Google Shape;273;p12">
            <a:extLst xmlns:a="http://schemas.openxmlformats.org/drawingml/2006/main">
              <a:ext uri="{FF2B5EF4-FFF2-40B4-BE49-F238E27FC236}">
                <a16:creationId xmlns:a16="http://schemas.microsoft.com/office/drawing/2014/main" id="{D5C7680C-563A-4066-88CD-32BB69572D0D}"/>
              </a:ext>
            </a:extLst>
          </p:cNvPr>
          <p:cNvSpPr>
            <a:spLocks xmlns:a="http://schemas.openxmlformats.org/drawingml/2006/main" noGrp="1"/>
          </p:cNvSpPr>
          <p:nvPr/>
        </p:nvSpPr>
        <p:spPr>
          <a:xfrm xmlns:a="http://schemas.openxmlformats.org/drawingml/2006/main">
            <a:off x="1015940" y="1683835"/>
            <a:ext cx="3087165" cy="22347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marR="0" lvl="0" indent="0" algn="l">
              <a:lnSpc>
                <a:spcPct val="130000"/>
              </a:lnSpc>
              <a:spcBef>
                <a:spcPts val="0"/>
              </a:spcBef>
              <a:spcAft>
                <a:spcPts val="0"/>
              </a:spcAft>
              <a:buClr>
                <a:srgbClr val="1D4ED8"/>
              </a:buClr>
              <a:buSzPts val="1200"/>
              <a:buFont typeface="IBM Plex Sans KR"/>
              <a:buNone/>
            </a:pPr>
            <a:r>
              <a:rPr sz="1200" b="1" i="0" u="none" strike="noStrike" cap="none">
                <a:solidFill>
                  <a:srgbClr val="1D4ED8"/>
                </a:solidFill>
                <a:latin typeface="IBM Plex Sans KR"/>
                <a:ea typeface="IBM Plex Sans KR"/>
                <a:cs typeface="IBM Plex Sans KR"/>
              </a:rPr>
              <a:t>잘된 점</a:t>
            </a:r>
            <a:endParaRPr sz="1200" b="0" i="0" u="none" strike="noStrike" cap="none">
              <a:solidFill>
                <a:schemeClr val="dk1"/>
              </a:solidFill>
              <a:latin typeface="IBM Plex Sans KR"/>
              <a:ea typeface="IBM Plex Sans KR"/>
              <a:cs typeface="IBM Plex Sans KR"/>
            </a:endParaRPr>
          </a:p>
        </p:txBody>
      </p:sp>
      <p:sp>
        <p:nvSpPr>
          <p:cNvPr id="274" name="Google Shape;274;p12">
            <a:extLst xmlns:a="http://schemas.openxmlformats.org/drawingml/2006/main">
              <a:ext uri="{FF2B5EF4-FFF2-40B4-BE49-F238E27FC236}">
                <a16:creationId xmlns:a16="http://schemas.microsoft.com/office/drawing/2014/main" id="{CED4442F-D96D-4D6A-AE17-7777365801DE}"/>
              </a:ext>
            </a:extLst>
          </p:cNvPr>
          <p:cNvSpPr>
            <a:spLocks xmlns:a="http://schemas.openxmlformats.org/drawingml/2006/main" noGrp="1"/>
          </p:cNvSpPr>
          <p:nvPr/>
        </p:nvSpPr>
        <p:spPr>
          <a:xfrm xmlns:a="http://schemas.openxmlformats.org/drawingml/2006/main">
            <a:off x="1015940" y="1945413"/>
            <a:ext cx="3087165" cy="2730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fontScale="91892"/>
          </a:bodyPr>
          <a:lstStyle xmlns:a="http://schemas.openxmlformats.org/drawingml/2006/main">
            <a:defPPr algn="l">
              <a:defRPr sz="1300">
                <a:solidFill>
                  <a:srgbClr val="1F2937"/>
                </a:solidFill>
                <a:latin typeface="IBM Plex Sans KR"/>
                <a:ea typeface="IBM Plex Sans KR"/>
                <a:cs typeface="IBM Plex Sans KR"/>
              </a:defRPr>
            </a:defPPr>
            <a:lvl1pPr algn="l">
              <a:defRPr sz="1300">
                <a:solidFill>
                  <a:srgbClr val="1F2937"/>
                </a:solidFill>
                <a:latin typeface="IBM Plex Sans KR"/>
                <a:ea typeface="IBM Plex Sans KR"/>
                <a:cs typeface="IBM Plex Sans KR"/>
              </a:defRPr>
            </a:lvl1pPr>
            <a:lvl2pPr algn="l">
              <a:defRPr sz="1300">
                <a:solidFill>
                  <a:srgbClr val="1F2937"/>
                </a:solidFill>
                <a:latin typeface="IBM Plex Sans KR"/>
                <a:ea typeface="IBM Plex Sans KR"/>
                <a:cs typeface="IBM Plex Sans KR"/>
              </a:defRPr>
            </a:lvl2pPr>
            <a:lvl3pPr algn="l">
              <a:defRPr sz="1300">
                <a:solidFill>
                  <a:srgbClr val="1F2937"/>
                </a:solidFill>
                <a:latin typeface="IBM Plex Sans KR"/>
                <a:ea typeface="IBM Plex Sans KR"/>
                <a:cs typeface="IBM Plex Sans KR"/>
              </a:defRPr>
            </a:lvl3pPr>
            <a:lvl4pPr algn="l">
              <a:defRPr sz="1300">
                <a:solidFill>
                  <a:srgbClr val="1F2937"/>
                </a:solidFill>
                <a:latin typeface="IBM Plex Sans KR"/>
                <a:ea typeface="IBM Plex Sans KR"/>
                <a:cs typeface="IBM Plex Sans KR"/>
              </a:defRPr>
            </a:lvl4pPr>
            <a:lvl5pPr algn="l">
              <a:defRPr sz="1300">
                <a:solidFill>
                  <a:srgbClr val="1F2937"/>
                </a:solidFill>
                <a:latin typeface="IBM Plex Sans KR"/>
                <a:ea typeface="IBM Plex Sans KR"/>
                <a:cs typeface="IBM Plex Sans KR"/>
              </a:defRPr>
            </a:lvl5pPr>
            <a:lvl6pPr algn="l">
              <a:defRPr sz="1300">
                <a:solidFill>
                  <a:srgbClr val="1F2937"/>
                </a:solidFill>
                <a:latin typeface="IBM Plex Sans KR"/>
                <a:ea typeface="IBM Plex Sans KR"/>
                <a:cs typeface="IBM Plex Sans KR"/>
              </a:defRPr>
            </a:lvl6pPr>
            <a:lvl7pPr algn="l">
              <a:defRPr sz="1300">
                <a:solidFill>
                  <a:srgbClr val="1F2937"/>
                </a:solidFill>
                <a:latin typeface="IBM Plex Sans KR"/>
                <a:ea typeface="IBM Plex Sans KR"/>
                <a:cs typeface="IBM Plex Sans KR"/>
              </a:defRPr>
            </a:lvl7pPr>
            <a:lvl8pPr algn="l">
              <a:defRPr sz="1300">
                <a:solidFill>
                  <a:srgbClr val="1F2937"/>
                </a:solidFill>
                <a:latin typeface="IBM Plex Sans KR"/>
                <a:ea typeface="IBM Plex Sans KR"/>
                <a:cs typeface="IBM Plex Sans KR"/>
              </a:defRPr>
            </a:lvl8pPr>
            <a:lvl9pPr algn="l">
              <a:defRPr sz="1300">
                <a:solidFill>
                  <a:srgbClr val="1F2937"/>
                </a:solidFill>
                <a:latin typeface="IBM Plex Sans KR"/>
                <a:ea typeface="IBM Plex Sans KR"/>
                <a:cs typeface="IBM Plex Sans KR"/>
              </a:defRPr>
            </a:lvl9pPr>
          </a:lstStyle>
          <a:p xmlns:a="http://schemas.openxmlformats.org/drawingml/2006/main">
            <a:pPr marL="0" marR="0" lvl="0" indent="0" algn="l">
              <a:lnSpc>
                <a:spcPct val="150000"/>
              </a:lnSpc>
              <a:spcBef>
                <a:spcPts val="0"/>
              </a:spcBef>
              <a:spcAft>
                <a:spcPts val="0"/>
              </a:spcAft>
              <a:buClr>
                <a:srgbClr val="1F2937"/>
              </a:buClr>
              <a:buSzPts val="1300"/>
              <a:buFont typeface="IBM Plex Sans KR"/>
              <a:buNone/>
              <a:defRPr sz="1300">
                <a:solidFill>
                  <a:srgbClr val="1F2937"/>
                </a:solidFill>
                <a:latin typeface="IBM Plex Sans KR"/>
                <a:ea typeface="IBM Plex Sans KR"/>
                <a:cs typeface="IBM Plex Sans KR"/>
              </a:defRPr>
            </a:pPr>
            <a:r>
              <a:rPr sz="1300" b="0" i="0" u="none" strike="noStrike" cap="none">
                <a:solidFill>
                  <a:srgbClr val="1F2937"/>
                </a:solidFill>
                <a:latin typeface="IBM Plex Sans KR"/>
                <a:ea typeface="IBM Plex Sans KR"/>
                <a:cs typeface="IBM Plex Sans KR"/>
              </a:rPr>
              <a:t>• 수진 디자인 + 실제 계산 연결</a:t>
            </a:r>
            <a:endParaRPr sz="1300" b="0" i="0" u="none" strike="noStrike" cap="none">
              <a:solidFill>
                <a:schemeClr val="dk1"/>
              </a:solidFill>
              <a:latin typeface="IBM Plex Sans KR"/>
              <a:ea typeface="IBM Plex Sans KR"/>
              <a:cs typeface="IBM Plex Sans KR"/>
            </a:endParaRPr>
          </a:p>
        </p:txBody>
      </p:sp>
      <p:sp>
        <p:nvSpPr>
          <p:cNvPr id="275" name="Google Shape;275;p12">
            <a:extLst xmlns:a="http://schemas.openxmlformats.org/drawingml/2006/main">
              <a:ext uri="{FF2B5EF4-FFF2-40B4-BE49-F238E27FC236}">
                <a16:creationId xmlns:a16="http://schemas.microsoft.com/office/drawing/2014/main" id="{47060FD3-F050-4380-9097-24ED287011F3}"/>
              </a:ext>
            </a:extLst>
          </p:cNvPr>
          <p:cNvSpPr>
            <a:spLocks xmlns:a="http://schemas.openxmlformats.org/drawingml/2006/main" noGrp="1"/>
          </p:cNvSpPr>
          <p:nvPr/>
        </p:nvSpPr>
        <p:spPr>
          <a:xfrm xmlns:a="http://schemas.openxmlformats.org/drawingml/2006/main">
            <a:off x="1015940" y="2256594"/>
            <a:ext cx="3087165" cy="2730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fontScale="91892"/>
          </a:bodyPr>
          <a:lstStyle xmlns:a="http://schemas.openxmlformats.org/drawingml/2006/main">
            <a:defPPr algn="l">
              <a:defRPr sz="1300">
                <a:solidFill>
                  <a:srgbClr val="1F2937"/>
                </a:solidFill>
                <a:latin typeface="IBM Plex Sans KR"/>
                <a:ea typeface="IBM Plex Sans KR"/>
                <a:cs typeface="IBM Plex Sans KR"/>
              </a:defRPr>
            </a:defPPr>
            <a:lvl1pPr algn="l">
              <a:defRPr sz="1300">
                <a:solidFill>
                  <a:srgbClr val="1F2937"/>
                </a:solidFill>
                <a:latin typeface="IBM Plex Sans KR"/>
                <a:ea typeface="IBM Plex Sans KR"/>
                <a:cs typeface="IBM Plex Sans KR"/>
              </a:defRPr>
            </a:lvl1pPr>
            <a:lvl2pPr algn="l">
              <a:defRPr sz="1300">
                <a:solidFill>
                  <a:srgbClr val="1F2937"/>
                </a:solidFill>
                <a:latin typeface="IBM Plex Sans KR"/>
                <a:ea typeface="IBM Plex Sans KR"/>
                <a:cs typeface="IBM Plex Sans KR"/>
              </a:defRPr>
            </a:lvl2pPr>
            <a:lvl3pPr algn="l">
              <a:defRPr sz="1300">
                <a:solidFill>
                  <a:srgbClr val="1F2937"/>
                </a:solidFill>
                <a:latin typeface="IBM Plex Sans KR"/>
                <a:ea typeface="IBM Plex Sans KR"/>
                <a:cs typeface="IBM Plex Sans KR"/>
              </a:defRPr>
            </a:lvl3pPr>
            <a:lvl4pPr algn="l">
              <a:defRPr sz="1300">
                <a:solidFill>
                  <a:srgbClr val="1F2937"/>
                </a:solidFill>
                <a:latin typeface="IBM Plex Sans KR"/>
                <a:ea typeface="IBM Plex Sans KR"/>
                <a:cs typeface="IBM Plex Sans KR"/>
              </a:defRPr>
            </a:lvl4pPr>
            <a:lvl5pPr algn="l">
              <a:defRPr sz="1300">
                <a:solidFill>
                  <a:srgbClr val="1F2937"/>
                </a:solidFill>
                <a:latin typeface="IBM Plex Sans KR"/>
                <a:ea typeface="IBM Plex Sans KR"/>
                <a:cs typeface="IBM Plex Sans KR"/>
              </a:defRPr>
            </a:lvl5pPr>
            <a:lvl6pPr algn="l">
              <a:defRPr sz="1300">
                <a:solidFill>
                  <a:srgbClr val="1F2937"/>
                </a:solidFill>
                <a:latin typeface="IBM Plex Sans KR"/>
                <a:ea typeface="IBM Plex Sans KR"/>
                <a:cs typeface="IBM Plex Sans KR"/>
              </a:defRPr>
            </a:lvl6pPr>
            <a:lvl7pPr algn="l">
              <a:defRPr sz="1300">
                <a:solidFill>
                  <a:srgbClr val="1F2937"/>
                </a:solidFill>
                <a:latin typeface="IBM Plex Sans KR"/>
                <a:ea typeface="IBM Plex Sans KR"/>
                <a:cs typeface="IBM Plex Sans KR"/>
              </a:defRPr>
            </a:lvl7pPr>
            <a:lvl8pPr algn="l">
              <a:defRPr sz="1300">
                <a:solidFill>
                  <a:srgbClr val="1F2937"/>
                </a:solidFill>
                <a:latin typeface="IBM Plex Sans KR"/>
                <a:ea typeface="IBM Plex Sans KR"/>
                <a:cs typeface="IBM Plex Sans KR"/>
              </a:defRPr>
            </a:lvl8pPr>
            <a:lvl9pPr algn="l">
              <a:defRPr sz="1300">
                <a:solidFill>
                  <a:srgbClr val="1F2937"/>
                </a:solidFill>
                <a:latin typeface="IBM Plex Sans KR"/>
                <a:ea typeface="IBM Plex Sans KR"/>
                <a:cs typeface="IBM Plex Sans KR"/>
              </a:defRPr>
            </a:lvl9pPr>
          </a:lstStyle>
          <a:p xmlns:a="http://schemas.openxmlformats.org/drawingml/2006/main">
            <a:pPr marL="0" marR="0" lvl="0" indent="0" algn="l">
              <a:lnSpc>
                <a:spcPct val="150000"/>
              </a:lnSpc>
              <a:spcBef>
                <a:spcPts val="0"/>
              </a:spcBef>
              <a:spcAft>
                <a:spcPts val="0"/>
              </a:spcAft>
              <a:buClr>
                <a:srgbClr val="1F2937"/>
              </a:buClr>
              <a:buSzPts val="1300"/>
              <a:buFont typeface="IBM Plex Sans KR"/>
              <a:buNone/>
              <a:defRPr sz="1300">
                <a:solidFill>
                  <a:srgbClr val="1F2937"/>
                </a:solidFill>
                <a:latin typeface="IBM Plex Sans KR"/>
                <a:ea typeface="IBM Plex Sans KR"/>
                <a:cs typeface="IBM Plex Sans KR"/>
              </a:defRPr>
            </a:pPr>
            <a:r>
              <a:rPr sz="1300" b="0" i="0" u="none" strike="noStrike" cap="none">
                <a:solidFill>
                  <a:srgbClr val="1F2937"/>
                </a:solidFill>
                <a:latin typeface="IBM Plex Sans KR"/>
                <a:ea typeface="IBM Plex Sans KR"/>
                <a:cs typeface="IBM Plex Sans KR"/>
              </a:rPr>
              <a:t>• 현재 90 / 목표 계획 123 분리</a:t>
            </a:r>
            <a:endParaRPr sz="1300" b="0" i="0" u="none" strike="noStrike" cap="none">
              <a:solidFill>
                <a:schemeClr val="dk1"/>
              </a:solidFill>
              <a:latin typeface="IBM Plex Sans KR"/>
              <a:ea typeface="IBM Plex Sans KR"/>
              <a:cs typeface="IBM Plex Sans KR"/>
            </a:endParaRPr>
          </a:p>
        </p:txBody>
      </p:sp>
      <p:sp>
        <p:nvSpPr>
          <p:cNvPr id="276" name="Google Shape;276;p12">
            <a:extLst xmlns:a="http://schemas.openxmlformats.org/drawingml/2006/main">
              <a:ext uri="{FF2B5EF4-FFF2-40B4-BE49-F238E27FC236}">
                <a16:creationId xmlns:a16="http://schemas.microsoft.com/office/drawing/2014/main" id="{99057695-26FD-4AFF-AA6C-C15C3C64A405}"/>
              </a:ext>
            </a:extLst>
          </p:cNvPr>
          <p:cNvSpPr>
            <a:spLocks xmlns:a="http://schemas.openxmlformats.org/drawingml/2006/main" noGrp="1"/>
          </p:cNvSpPr>
          <p:nvPr/>
        </p:nvSpPr>
        <p:spPr>
          <a:xfrm xmlns:a="http://schemas.openxmlformats.org/drawingml/2006/main">
            <a:off x="4394128" y="1506079"/>
            <a:ext cx="3403684" cy="1175953"/>
          </a:xfrm>
          <a:prstGeom xmlns:a="http://schemas.openxmlformats.org/drawingml/2006/main" prst="roundRect">
            <a:avLst>
              <a:gd name="adj" fmla="val 8640"/>
            </a:avLst>
          </a:prstGeom>
          <a:solidFill xmlns:a="http://schemas.openxmlformats.org/drawingml/2006/main">
            <a:srgbClr val="EAF0FD"/>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77" name="Google Shape;277;p12">
            <a:extLst xmlns:a="http://schemas.openxmlformats.org/drawingml/2006/main">
              <a:ext uri="{FF2B5EF4-FFF2-40B4-BE49-F238E27FC236}">
                <a16:creationId xmlns:a16="http://schemas.microsoft.com/office/drawing/2014/main" id="{7323ED95-1CCB-45E7-97A3-1BEE3D162D0A}"/>
              </a:ext>
            </a:extLst>
          </p:cNvPr>
          <p:cNvSpPr>
            <a:spLocks xmlns:a="http://schemas.openxmlformats.org/drawingml/2006/main" noGrp="1"/>
          </p:cNvSpPr>
          <p:nvPr/>
        </p:nvSpPr>
        <p:spPr>
          <a:xfrm xmlns:a="http://schemas.openxmlformats.org/drawingml/2006/main">
            <a:off x="4597316" y="1683835"/>
            <a:ext cx="3087227" cy="22347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marR="0" lvl="0" indent="0" algn="l">
              <a:lnSpc>
                <a:spcPct val="130000"/>
              </a:lnSpc>
              <a:spcBef>
                <a:spcPts val="0"/>
              </a:spcBef>
              <a:spcAft>
                <a:spcPts val="0"/>
              </a:spcAft>
              <a:buClr>
                <a:srgbClr val="1D4ED8"/>
              </a:buClr>
              <a:buSzPts val="1200"/>
              <a:buFont typeface="IBM Plex Sans KR"/>
              <a:buNone/>
            </a:pPr>
            <a:r>
              <a:rPr sz="1200" b="1" i="0" u="none" strike="noStrike" cap="none">
                <a:solidFill>
                  <a:srgbClr val="1D4ED8"/>
                </a:solidFill>
                <a:latin typeface="IBM Plex Sans KR"/>
                <a:ea typeface="IBM Plex Sans KR"/>
                <a:cs typeface="IBM Plex Sans KR"/>
              </a:rPr>
              <a:t>한계·실패 사례</a:t>
            </a:r>
            <a:endParaRPr sz="1200" b="0" i="0" u="none" strike="noStrike" cap="none">
              <a:solidFill>
                <a:schemeClr val="dk1"/>
              </a:solidFill>
              <a:latin typeface="IBM Plex Sans KR"/>
              <a:ea typeface="IBM Plex Sans KR"/>
              <a:cs typeface="IBM Plex Sans KR"/>
            </a:endParaRPr>
          </a:p>
        </p:txBody>
      </p:sp>
      <p:sp>
        <p:nvSpPr>
          <p:cNvPr id="278" name="Google Shape;278;p12">
            <a:extLst xmlns:a="http://schemas.openxmlformats.org/drawingml/2006/main">
              <a:ext uri="{FF2B5EF4-FFF2-40B4-BE49-F238E27FC236}">
                <a16:creationId xmlns:a16="http://schemas.microsoft.com/office/drawing/2014/main" id="{E89D9A21-0304-4BCD-A86E-D2FFAC2D2BCD}"/>
              </a:ext>
            </a:extLst>
          </p:cNvPr>
          <p:cNvSpPr>
            <a:spLocks xmlns:a="http://schemas.openxmlformats.org/drawingml/2006/main" noGrp="1"/>
          </p:cNvSpPr>
          <p:nvPr/>
        </p:nvSpPr>
        <p:spPr>
          <a:xfrm xmlns:a="http://schemas.openxmlformats.org/drawingml/2006/main">
            <a:off x="4597316" y="1945413"/>
            <a:ext cx="3087227" cy="2730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fontScale="91892"/>
          </a:bodyPr>
          <a:lstStyle xmlns:a="http://schemas.openxmlformats.org/drawingml/2006/main">
            <a:defPPr algn="l">
              <a:defRPr sz="1300">
                <a:solidFill>
                  <a:srgbClr val="1F2937"/>
                </a:solidFill>
                <a:latin typeface="IBM Plex Sans KR"/>
                <a:ea typeface="IBM Plex Sans KR"/>
                <a:cs typeface="IBM Plex Sans KR"/>
              </a:defRPr>
            </a:defPPr>
            <a:lvl1pPr algn="l">
              <a:defRPr sz="1300">
                <a:solidFill>
                  <a:srgbClr val="1F2937"/>
                </a:solidFill>
                <a:latin typeface="IBM Plex Sans KR"/>
                <a:ea typeface="IBM Plex Sans KR"/>
                <a:cs typeface="IBM Plex Sans KR"/>
              </a:defRPr>
            </a:lvl1pPr>
            <a:lvl2pPr algn="l">
              <a:defRPr sz="1300">
                <a:solidFill>
                  <a:srgbClr val="1F2937"/>
                </a:solidFill>
                <a:latin typeface="IBM Plex Sans KR"/>
                <a:ea typeface="IBM Plex Sans KR"/>
                <a:cs typeface="IBM Plex Sans KR"/>
              </a:defRPr>
            </a:lvl2pPr>
            <a:lvl3pPr algn="l">
              <a:defRPr sz="1300">
                <a:solidFill>
                  <a:srgbClr val="1F2937"/>
                </a:solidFill>
                <a:latin typeface="IBM Plex Sans KR"/>
                <a:ea typeface="IBM Plex Sans KR"/>
                <a:cs typeface="IBM Plex Sans KR"/>
              </a:defRPr>
            </a:lvl3pPr>
            <a:lvl4pPr algn="l">
              <a:defRPr sz="1300">
                <a:solidFill>
                  <a:srgbClr val="1F2937"/>
                </a:solidFill>
                <a:latin typeface="IBM Plex Sans KR"/>
                <a:ea typeface="IBM Plex Sans KR"/>
                <a:cs typeface="IBM Plex Sans KR"/>
              </a:defRPr>
            </a:lvl4pPr>
            <a:lvl5pPr algn="l">
              <a:defRPr sz="1300">
                <a:solidFill>
                  <a:srgbClr val="1F2937"/>
                </a:solidFill>
                <a:latin typeface="IBM Plex Sans KR"/>
                <a:ea typeface="IBM Plex Sans KR"/>
                <a:cs typeface="IBM Plex Sans KR"/>
              </a:defRPr>
            </a:lvl5pPr>
            <a:lvl6pPr algn="l">
              <a:defRPr sz="1300">
                <a:solidFill>
                  <a:srgbClr val="1F2937"/>
                </a:solidFill>
                <a:latin typeface="IBM Plex Sans KR"/>
                <a:ea typeface="IBM Plex Sans KR"/>
                <a:cs typeface="IBM Plex Sans KR"/>
              </a:defRPr>
            </a:lvl6pPr>
            <a:lvl7pPr algn="l">
              <a:defRPr sz="1300">
                <a:solidFill>
                  <a:srgbClr val="1F2937"/>
                </a:solidFill>
                <a:latin typeface="IBM Plex Sans KR"/>
                <a:ea typeface="IBM Plex Sans KR"/>
                <a:cs typeface="IBM Plex Sans KR"/>
              </a:defRPr>
            </a:lvl7pPr>
            <a:lvl8pPr algn="l">
              <a:defRPr sz="1300">
                <a:solidFill>
                  <a:srgbClr val="1F2937"/>
                </a:solidFill>
                <a:latin typeface="IBM Plex Sans KR"/>
                <a:ea typeface="IBM Plex Sans KR"/>
                <a:cs typeface="IBM Plex Sans KR"/>
              </a:defRPr>
            </a:lvl8pPr>
            <a:lvl9pPr algn="l">
              <a:defRPr sz="1300">
                <a:solidFill>
                  <a:srgbClr val="1F2937"/>
                </a:solidFill>
                <a:latin typeface="IBM Plex Sans KR"/>
                <a:ea typeface="IBM Plex Sans KR"/>
                <a:cs typeface="IBM Plex Sans KR"/>
              </a:defRPr>
            </a:lvl9pPr>
          </a:lstStyle>
          <a:p xmlns:a="http://schemas.openxmlformats.org/drawingml/2006/main">
            <a:pPr marL="0" marR="0" lvl="0" indent="0" algn="l">
              <a:lnSpc>
                <a:spcPct val="150000"/>
              </a:lnSpc>
              <a:spcBef>
                <a:spcPts val="0"/>
              </a:spcBef>
              <a:spcAft>
                <a:spcPts val="0"/>
              </a:spcAft>
              <a:buClr>
                <a:srgbClr val="1F2937"/>
              </a:buClr>
              <a:buSzPts val="1300"/>
              <a:buFont typeface="IBM Plex Sans KR"/>
              <a:buNone/>
              <a:defRPr sz="1300">
                <a:solidFill>
                  <a:srgbClr val="1F2937"/>
                </a:solidFill>
                <a:latin typeface="IBM Plex Sans KR"/>
                <a:ea typeface="IBM Plex Sans KR"/>
                <a:cs typeface="IBM Plex Sans KR"/>
              </a:defRPr>
            </a:pPr>
            <a:r>
              <a:rPr sz="1300" b="0" i="0" u="none" strike="noStrike" cap="none">
                <a:solidFill>
                  <a:srgbClr val="1F2937"/>
                </a:solidFill>
                <a:latin typeface="IBM Plex Sans KR"/>
                <a:ea typeface="IBM Plex Sans KR"/>
                <a:cs typeface="IBM Plex Sans KR"/>
              </a:rPr>
              <a:t>• NFD 한글 질문의 검색 누락</a:t>
            </a:r>
            <a:endParaRPr sz="1300" b="0" i="0" u="none" strike="noStrike" cap="none">
              <a:solidFill>
                <a:schemeClr val="dk1"/>
              </a:solidFill>
              <a:latin typeface="IBM Plex Sans KR"/>
              <a:ea typeface="IBM Plex Sans KR"/>
              <a:cs typeface="IBM Plex Sans KR"/>
            </a:endParaRPr>
          </a:p>
        </p:txBody>
      </p:sp>
      <p:sp>
        <p:nvSpPr>
          <p:cNvPr id="279" name="Google Shape;279;p12">
            <a:extLst xmlns:a="http://schemas.openxmlformats.org/drawingml/2006/main">
              <a:ext uri="{FF2B5EF4-FFF2-40B4-BE49-F238E27FC236}">
                <a16:creationId xmlns:a16="http://schemas.microsoft.com/office/drawing/2014/main" id="{027B1FD5-653A-4793-8E09-E7271602EC54}"/>
              </a:ext>
            </a:extLst>
          </p:cNvPr>
          <p:cNvSpPr>
            <a:spLocks xmlns:a="http://schemas.openxmlformats.org/drawingml/2006/main" noGrp="1"/>
          </p:cNvSpPr>
          <p:nvPr/>
        </p:nvSpPr>
        <p:spPr>
          <a:xfrm xmlns:a="http://schemas.openxmlformats.org/drawingml/2006/main">
            <a:off x="4597316" y="2256594"/>
            <a:ext cx="3087227" cy="2730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fontScale="91892"/>
          </a:bodyPr>
          <a:lstStyle xmlns:a="http://schemas.openxmlformats.org/drawingml/2006/main">
            <a:defPPr algn="l">
              <a:defRPr sz="1300">
                <a:solidFill>
                  <a:srgbClr val="1F2937"/>
                </a:solidFill>
                <a:latin typeface="IBM Plex Sans KR"/>
                <a:ea typeface="IBM Plex Sans KR"/>
                <a:cs typeface="IBM Plex Sans KR"/>
              </a:defRPr>
            </a:defPPr>
            <a:lvl1pPr algn="l">
              <a:defRPr sz="1300">
                <a:solidFill>
                  <a:srgbClr val="1F2937"/>
                </a:solidFill>
                <a:latin typeface="IBM Plex Sans KR"/>
                <a:ea typeface="IBM Plex Sans KR"/>
                <a:cs typeface="IBM Plex Sans KR"/>
              </a:defRPr>
            </a:lvl1pPr>
            <a:lvl2pPr algn="l">
              <a:defRPr sz="1300">
                <a:solidFill>
                  <a:srgbClr val="1F2937"/>
                </a:solidFill>
                <a:latin typeface="IBM Plex Sans KR"/>
                <a:ea typeface="IBM Plex Sans KR"/>
                <a:cs typeface="IBM Plex Sans KR"/>
              </a:defRPr>
            </a:lvl2pPr>
            <a:lvl3pPr algn="l">
              <a:defRPr sz="1300">
                <a:solidFill>
                  <a:srgbClr val="1F2937"/>
                </a:solidFill>
                <a:latin typeface="IBM Plex Sans KR"/>
                <a:ea typeface="IBM Plex Sans KR"/>
                <a:cs typeface="IBM Plex Sans KR"/>
              </a:defRPr>
            </a:lvl3pPr>
            <a:lvl4pPr algn="l">
              <a:defRPr sz="1300">
                <a:solidFill>
                  <a:srgbClr val="1F2937"/>
                </a:solidFill>
                <a:latin typeface="IBM Plex Sans KR"/>
                <a:ea typeface="IBM Plex Sans KR"/>
                <a:cs typeface="IBM Plex Sans KR"/>
              </a:defRPr>
            </a:lvl4pPr>
            <a:lvl5pPr algn="l">
              <a:defRPr sz="1300">
                <a:solidFill>
                  <a:srgbClr val="1F2937"/>
                </a:solidFill>
                <a:latin typeface="IBM Plex Sans KR"/>
                <a:ea typeface="IBM Plex Sans KR"/>
                <a:cs typeface="IBM Plex Sans KR"/>
              </a:defRPr>
            </a:lvl5pPr>
            <a:lvl6pPr algn="l">
              <a:defRPr sz="1300">
                <a:solidFill>
                  <a:srgbClr val="1F2937"/>
                </a:solidFill>
                <a:latin typeface="IBM Plex Sans KR"/>
                <a:ea typeface="IBM Plex Sans KR"/>
                <a:cs typeface="IBM Plex Sans KR"/>
              </a:defRPr>
            </a:lvl6pPr>
            <a:lvl7pPr algn="l">
              <a:defRPr sz="1300">
                <a:solidFill>
                  <a:srgbClr val="1F2937"/>
                </a:solidFill>
                <a:latin typeface="IBM Plex Sans KR"/>
                <a:ea typeface="IBM Plex Sans KR"/>
                <a:cs typeface="IBM Plex Sans KR"/>
              </a:defRPr>
            </a:lvl7pPr>
            <a:lvl8pPr algn="l">
              <a:defRPr sz="1300">
                <a:solidFill>
                  <a:srgbClr val="1F2937"/>
                </a:solidFill>
                <a:latin typeface="IBM Plex Sans KR"/>
                <a:ea typeface="IBM Plex Sans KR"/>
                <a:cs typeface="IBM Plex Sans KR"/>
              </a:defRPr>
            </a:lvl8pPr>
            <a:lvl9pPr algn="l">
              <a:defRPr sz="1300">
                <a:solidFill>
                  <a:srgbClr val="1F2937"/>
                </a:solidFill>
                <a:latin typeface="IBM Plex Sans KR"/>
                <a:ea typeface="IBM Plex Sans KR"/>
                <a:cs typeface="IBM Plex Sans KR"/>
              </a:defRPr>
            </a:lvl9pPr>
          </a:lstStyle>
          <a:p xmlns:a="http://schemas.openxmlformats.org/drawingml/2006/main">
            <a:pPr marL="0" marR="0" lvl="0" indent="0" algn="l">
              <a:lnSpc>
                <a:spcPct val="150000"/>
              </a:lnSpc>
              <a:spcBef>
                <a:spcPts val="0"/>
              </a:spcBef>
              <a:spcAft>
                <a:spcPts val="0"/>
              </a:spcAft>
              <a:buClr>
                <a:srgbClr val="1F2937"/>
              </a:buClr>
              <a:buSzPts val="1300"/>
              <a:buFont typeface="IBM Plex Sans KR"/>
              <a:buNone/>
              <a:defRPr sz="1300">
                <a:solidFill>
                  <a:srgbClr val="1F2937"/>
                </a:solidFill>
                <a:latin typeface="IBM Plex Sans KR"/>
                <a:ea typeface="IBM Plex Sans KR"/>
                <a:cs typeface="IBM Plex Sans KR"/>
              </a:defRPr>
            </a:pPr>
            <a:r>
              <a:rPr sz="1300" b="0" i="0" u="none" strike="noStrike" cap="none">
                <a:solidFill>
                  <a:srgbClr val="1F2937"/>
                </a:solidFill>
                <a:latin typeface="IBM Plex Sans KR"/>
                <a:ea typeface="IBM Plex Sans KR"/>
                <a:cs typeface="IBM Plex Sans KR"/>
              </a:rPr>
              <a:t>• NFC 비교·범위 검사 후 재시험</a:t>
            </a:r>
            <a:endParaRPr sz="1300" b="0" i="0" u="none" strike="noStrike" cap="none">
              <a:solidFill>
                <a:schemeClr val="dk1"/>
              </a:solidFill>
              <a:latin typeface="IBM Plex Sans KR"/>
              <a:ea typeface="IBM Plex Sans KR"/>
              <a:cs typeface="IBM Plex Sans KR"/>
            </a:endParaRPr>
          </a:p>
        </p:txBody>
      </p:sp>
      <p:sp>
        <p:nvSpPr>
          <p:cNvPr id="280" name="Google Shape;280;p12">
            <a:extLst xmlns:a="http://schemas.openxmlformats.org/drawingml/2006/main">
              <a:ext uri="{FF2B5EF4-FFF2-40B4-BE49-F238E27FC236}">
                <a16:creationId xmlns:a16="http://schemas.microsoft.com/office/drawing/2014/main" id="{D036F727-0542-40A0-AA94-9823374D6C58}"/>
              </a:ext>
            </a:extLst>
          </p:cNvPr>
          <p:cNvSpPr>
            <a:spLocks xmlns:a="http://schemas.openxmlformats.org/drawingml/2006/main" noGrp="1"/>
          </p:cNvSpPr>
          <p:nvPr/>
        </p:nvSpPr>
        <p:spPr>
          <a:xfrm xmlns:a="http://schemas.openxmlformats.org/drawingml/2006/main">
            <a:off x="7975564" y="1506079"/>
            <a:ext cx="3403684" cy="1175953"/>
          </a:xfrm>
          <a:prstGeom xmlns:a="http://schemas.openxmlformats.org/drawingml/2006/main" prst="roundRect">
            <a:avLst>
              <a:gd name="adj" fmla="val 8640"/>
            </a:avLst>
          </a:prstGeom>
          <a:solidFill xmlns:a="http://schemas.openxmlformats.org/drawingml/2006/main">
            <a:srgbClr val="EAF0FD"/>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81" name="Google Shape;281;p12">
            <a:extLst xmlns:a="http://schemas.openxmlformats.org/drawingml/2006/main">
              <a:ext uri="{FF2B5EF4-FFF2-40B4-BE49-F238E27FC236}">
                <a16:creationId xmlns:a16="http://schemas.microsoft.com/office/drawing/2014/main" id="{5368AD52-CA53-4EDE-97A3-77632FCD0BAD}"/>
              </a:ext>
            </a:extLst>
          </p:cNvPr>
          <p:cNvSpPr>
            <a:spLocks xmlns:a="http://schemas.openxmlformats.org/drawingml/2006/main" noGrp="1"/>
          </p:cNvSpPr>
          <p:nvPr/>
        </p:nvSpPr>
        <p:spPr>
          <a:xfrm xmlns:a="http://schemas.openxmlformats.org/drawingml/2006/main">
            <a:off x="8178751" y="1683835"/>
            <a:ext cx="3087227" cy="22347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marR="0" lvl="0" indent="0" algn="l">
              <a:lnSpc>
                <a:spcPct val="130000"/>
              </a:lnSpc>
              <a:spcBef>
                <a:spcPts val="0"/>
              </a:spcBef>
              <a:spcAft>
                <a:spcPts val="0"/>
              </a:spcAft>
              <a:buClr>
                <a:srgbClr val="1D4ED8"/>
              </a:buClr>
              <a:buSzPts val="1200"/>
              <a:buFont typeface="IBM Plex Sans KR"/>
              <a:buNone/>
            </a:pPr>
            <a:r>
              <a:rPr sz="1200" b="1" i="0" u="none" strike="noStrike" cap="none">
                <a:solidFill>
                  <a:srgbClr val="1D4ED8"/>
                </a:solidFill>
                <a:latin typeface="IBM Plex Sans KR"/>
                <a:ea typeface="IBM Plex Sans KR"/>
                <a:cs typeface="IBM Plex Sans KR"/>
              </a:rPr>
              <a:t>배운 점</a:t>
            </a:r>
            <a:endParaRPr sz="1200" b="0" i="0" u="none" strike="noStrike" cap="none">
              <a:solidFill>
                <a:schemeClr val="dk1"/>
              </a:solidFill>
              <a:latin typeface="IBM Plex Sans KR"/>
              <a:ea typeface="IBM Plex Sans KR"/>
              <a:cs typeface="IBM Plex Sans KR"/>
            </a:endParaRPr>
          </a:p>
        </p:txBody>
      </p:sp>
      <p:sp>
        <p:nvSpPr>
          <p:cNvPr id="282" name="Google Shape;282;p12">
            <a:extLst xmlns:a="http://schemas.openxmlformats.org/drawingml/2006/main">
              <a:ext uri="{FF2B5EF4-FFF2-40B4-BE49-F238E27FC236}">
                <a16:creationId xmlns:a16="http://schemas.microsoft.com/office/drawing/2014/main" id="{140F245D-B32B-4EFD-9C96-444754F8ECB7}"/>
              </a:ext>
            </a:extLst>
          </p:cNvPr>
          <p:cNvSpPr>
            <a:spLocks xmlns:a="http://schemas.openxmlformats.org/drawingml/2006/main" noGrp="1"/>
          </p:cNvSpPr>
          <p:nvPr/>
        </p:nvSpPr>
        <p:spPr>
          <a:xfrm xmlns:a="http://schemas.openxmlformats.org/drawingml/2006/main">
            <a:off x="8178751" y="1945413"/>
            <a:ext cx="3087227" cy="2730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fontScale="91892"/>
          </a:bodyPr>
          <a:lstStyle xmlns:a="http://schemas.openxmlformats.org/drawingml/2006/main">
            <a:defPPr algn="l">
              <a:defRPr sz="1300">
                <a:solidFill>
                  <a:srgbClr val="1F2937"/>
                </a:solidFill>
                <a:latin typeface="IBM Plex Sans KR"/>
                <a:ea typeface="IBM Plex Sans KR"/>
                <a:cs typeface="IBM Plex Sans KR"/>
              </a:defRPr>
            </a:defPPr>
            <a:lvl1pPr algn="l">
              <a:defRPr sz="1300">
                <a:solidFill>
                  <a:srgbClr val="1F2937"/>
                </a:solidFill>
                <a:latin typeface="IBM Plex Sans KR"/>
                <a:ea typeface="IBM Plex Sans KR"/>
                <a:cs typeface="IBM Plex Sans KR"/>
              </a:defRPr>
            </a:lvl1pPr>
            <a:lvl2pPr algn="l">
              <a:defRPr sz="1300">
                <a:solidFill>
                  <a:srgbClr val="1F2937"/>
                </a:solidFill>
                <a:latin typeface="IBM Plex Sans KR"/>
                <a:ea typeface="IBM Plex Sans KR"/>
                <a:cs typeface="IBM Plex Sans KR"/>
              </a:defRPr>
            </a:lvl2pPr>
            <a:lvl3pPr algn="l">
              <a:defRPr sz="1300">
                <a:solidFill>
                  <a:srgbClr val="1F2937"/>
                </a:solidFill>
                <a:latin typeface="IBM Plex Sans KR"/>
                <a:ea typeface="IBM Plex Sans KR"/>
                <a:cs typeface="IBM Plex Sans KR"/>
              </a:defRPr>
            </a:lvl3pPr>
            <a:lvl4pPr algn="l">
              <a:defRPr sz="1300">
                <a:solidFill>
                  <a:srgbClr val="1F2937"/>
                </a:solidFill>
                <a:latin typeface="IBM Plex Sans KR"/>
                <a:ea typeface="IBM Plex Sans KR"/>
                <a:cs typeface="IBM Plex Sans KR"/>
              </a:defRPr>
            </a:lvl4pPr>
            <a:lvl5pPr algn="l">
              <a:defRPr sz="1300">
                <a:solidFill>
                  <a:srgbClr val="1F2937"/>
                </a:solidFill>
                <a:latin typeface="IBM Plex Sans KR"/>
                <a:ea typeface="IBM Plex Sans KR"/>
                <a:cs typeface="IBM Plex Sans KR"/>
              </a:defRPr>
            </a:lvl5pPr>
            <a:lvl6pPr algn="l">
              <a:defRPr sz="1300">
                <a:solidFill>
                  <a:srgbClr val="1F2937"/>
                </a:solidFill>
                <a:latin typeface="IBM Plex Sans KR"/>
                <a:ea typeface="IBM Plex Sans KR"/>
                <a:cs typeface="IBM Plex Sans KR"/>
              </a:defRPr>
            </a:lvl6pPr>
            <a:lvl7pPr algn="l">
              <a:defRPr sz="1300">
                <a:solidFill>
                  <a:srgbClr val="1F2937"/>
                </a:solidFill>
                <a:latin typeface="IBM Plex Sans KR"/>
                <a:ea typeface="IBM Plex Sans KR"/>
                <a:cs typeface="IBM Plex Sans KR"/>
              </a:defRPr>
            </a:lvl7pPr>
            <a:lvl8pPr algn="l">
              <a:defRPr sz="1300">
                <a:solidFill>
                  <a:srgbClr val="1F2937"/>
                </a:solidFill>
                <a:latin typeface="IBM Plex Sans KR"/>
                <a:ea typeface="IBM Plex Sans KR"/>
                <a:cs typeface="IBM Plex Sans KR"/>
              </a:defRPr>
            </a:lvl8pPr>
            <a:lvl9pPr algn="l">
              <a:defRPr sz="1300">
                <a:solidFill>
                  <a:srgbClr val="1F2937"/>
                </a:solidFill>
                <a:latin typeface="IBM Plex Sans KR"/>
                <a:ea typeface="IBM Plex Sans KR"/>
                <a:cs typeface="IBM Plex Sans KR"/>
              </a:defRPr>
            </a:lvl9pPr>
          </a:lstStyle>
          <a:p xmlns:a="http://schemas.openxmlformats.org/drawingml/2006/main">
            <a:pPr marL="0" marR="0" lvl="0" indent="0" algn="l">
              <a:lnSpc>
                <a:spcPct val="150000"/>
              </a:lnSpc>
              <a:spcBef>
                <a:spcPts val="0"/>
              </a:spcBef>
              <a:spcAft>
                <a:spcPts val="0"/>
              </a:spcAft>
              <a:buClr>
                <a:srgbClr val="1F2937"/>
              </a:buClr>
              <a:buSzPts val="1300"/>
              <a:buFont typeface="IBM Plex Sans KR"/>
              <a:buNone/>
              <a:defRPr sz="1300">
                <a:solidFill>
                  <a:srgbClr val="1F2937"/>
                </a:solidFill>
                <a:latin typeface="IBM Plex Sans KR"/>
                <a:ea typeface="IBM Plex Sans KR"/>
                <a:cs typeface="IBM Plex Sans KR"/>
              </a:defRPr>
            </a:pPr>
            <a:r>
              <a:rPr sz="1300" b="0" i="0" u="none" strike="noStrike" cap="none">
                <a:solidFill>
                  <a:srgbClr val="1F2937"/>
                </a:solidFill>
                <a:latin typeface="IBM Plex Sans KR"/>
                <a:ea typeface="IBM Plex Sans KR"/>
                <a:cs typeface="IBM Plex Sans KR"/>
              </a:rPr>
              <a:t>• 원본 보존과 제품 적용 구분</a:t>
            </a:r>
            <a:endParaRPr sz="1300" b="0" i="0" u="none" strike="noStrike" cap="none">
              <a:solidFill>
                <a:schemeClr val="dk1"/>
              </a:solidFill>
              <a:latin typeface="IBM Plex Sans KR"/>
              <a:ea typeface="IBM Plex Sans KR"/>
              <a:cs typeface="IBM Plex Sans KR"/>
            </a:endParaRPr>
          </a:p>
        </p:txBody>
      </p:sp>
      <p:sp>
        <p:nvSpPr>
          <p:cNvPr id="283" name="Google Shape;283;p12">
            <a:extLst xmlns:a="http://schemas.openxmlformats.org/drawingml/2006/main">
              <a:ext uri="{FF2B5EF4-FFF2-40B4-BE49-F238E27FC236}">
                <a16:creationId xmlns:a16="http://schemas.microsoft.com/office/drawing/2014/main" id="{8ADF9EFC-F65E-476B-BEF0-C4F7D35D9B34}"/>
              </a:ext>
            </a:extLst>
          </p:cNvPr>
          <p:cNvSpPr>
            <a:spLocks xmlns:a="http://schemas.openxmlformats.org/drawingml/2006/main" noGrp="1"/>
          </p:cNvSpPr>
          <p:nvPr/>
        </p:nvSpPr>
        <p:spPr>
          <a:xfrm xmlns:a="http://schemas.openxmlformats.org/drawingml/2006/main">
            <a:off x="8178751" y="2256594"/>
            <a:ext cx="3087227" cy="2730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fontScale="91892"/>
          </a:bodyPr>
          <a:lstStyle xmlns:a="http://schemas.openxmlformats.org/drawingml/2006/main">
            <a:defPPr algn="l">
              <a:defRPr sz="1300">
                <a:solidFill>
                  <a:srgbClr val="1F2937"/>
                </a:solidFill>
                <a:latin typeface="IBM Plex Sans KR"/>
                <a:ea typeface="IBM Plex Sans KR"/>
                <a:cs typeface="IBM Plex Sans KR"/>
              </a:defRPr>
            </a:defPPr>
            <a:lvl1pPr algn="l">
              <a:defRPr sz="1300">
                <a:solidFill>
                  <a:srgbClr val="1F2937"/>
                </a:solidFill>
                <a:latin typeface="IBM Plex Sans KR"/>
                <a:ea typeface="IBM Plex Sans KR"/>
                <a:cs typeface="IBM Plex Sans KR"/>
              </a:defRPr>
            </a:lvl1pPr>
            <a:lvl2pPr algn="l">
              <a:defRPr sz="1300">
                <a:solidFill>
                  <a:srgbClr val="1F2937"/>
                </a:solidFill>
                <a:latin typeface="IBM Plex Sans KR"/>
                <a:ea typeface="IBM Plex Sans KR"/>
                <a:cs typeface="IBM Plex Sans KR"/>
              </a:defRPr>
            </a:lvl2pPr>
            <a:lvl3pPr algn="l">
              <a:defRPr sz="1300">
                <a:solidFill>
                  <a:srgbClr val="1F2937"/>
                </a:solidFill>
                <a:latin typeface="IBM Plex Sans KR"/>
                <a:ea typeface="IBM Plex Sans KR"/>
                <a:cs typeface="IBM Plex Sans KR"/>
              </a:defRPr>
            </a:lvl3pPr>
            <a:lvl4pPr algn="l">
              <a:defRPr sz="1300">
                <a:solidFill>
                  <a:srgbClr val="1F2937"/>
                </a:solidFill>
                <a:latin typeface="IBM Plex Sans KR"/>
                <a:ea typeface="IBM Plex Sans KR"/>
                <a:cs typeface="IBM Plex Sans KR"/>
              </a:defRPr>
            </a:lvl4pPr>
            <a:lvl5pPr algn="l">
              <a:defRPr sz="1300">
                <a:solidFill>
                  <a:srgbClr val="1F2937"/>
                </a:solidFill>
                <a:latin typeface="IBM Plex Sans KR"/>
                <a:ea typeface="IBM Plex Sans KR"/>
                <a:cs typeface="IBM Plex Sans KR"/>
              </a:defRPr>
            </a:lvl5pPr>
            <a:lvl6pPr algn="l">
              <a:defRPr sz="1300">
                <a:solidFill>
                  <a:srgbClr val="1F2937"/>
                </a:solidFill>
                <a:latin typeface="IBM Plex Sans KR"/>
                <a:ea typeface="IBM Plex Sans KR"/>
                <a:cs typeface="IBM Plex Sans KR"/>
              </a:defRPr>
            </a:lvl6pPr>
            <a:lvl7pPr algn="l">
              <a:defRPr sz="1300">
                <a:solidFill>
                  <a:srgbClr val="1F2937"/>
                </a:solidFill>
                <a:latin typeface="IBM Plex Sans KR"/>
                <a:ea typeface="IBM Plex Sans KR"/>
                <a:cs typeface="IBM Plex Sans KR"/>
              </a:defRPr>
            </a:lvl7pPr>
            <a:lvl8pPr algn="l">
              <a:defRPr sz="1300">
                <a:solidFill>
                  <a:srgbClr val="1F2937"/>
                </a:solidFill>
                <a:latin typeface="IBM Plex Sans KR"/>
                <a:ea typeface="IBM Plex Sans KR"/>
                <a:cs typeface="IBM Plex Sans KR"/>
              </a:defRPr>
            </a:lvl8pPr>
            <a:lvl9pPr algn="l">
              <a:defRPr sz="1300">
                <a:solidFill>
                  <a:srgbClr val="1F2937"/>
                </a:solidFill>
                <a:latin typeface="IBM Plex Sans KR"/>
                <a:ea typeface="IBM Plex Sans KR"/>
                <a:cs typeface="IBM Plex Sans KR"/>
              </a:defRPr>
            </a:lvl9pPr>
          </a:lstStyle>
          <a:p xmlns:a="http://schemas.openxmlformats.org/drawingml/2006/main">
            <a:pPr marL="0" marR="0" lvl="0" indent="0" algn="l">
              <a:lnSpc>
                <a:spcPct val="150000"/>
              </a:lnSpc>
              <a:spcBef>
                <a:spcPts val="0"/>
              </a:spcBef>
              <a:spcAft>
                <a:spcPts val="0"/>
              </a:spcAft>
              <a:buClr>
                <a:srgbClr val="1F2937"/>
              </a:buClr>
              <a:buSzPts val="1300"/>
              <a:buFont typeface="IBM Plex Sans KR"/>
              <a:buNone/>
              <a:defRPr sz="1300">
                <a:solidFill>
                  <a:srgbClr val="1F2937"/>
                </a:solidFill>
                <a:latin typeface="IBM Plex Sans KR"/>
                <a:ea typeface="IBM Plex Sans KR"/>
                <a:cs typeface="IBM Plex Sans KR"/>
              </a:defRPr>
            </a:pPr>
            <a:r>
              <a:rPr sz="1300" b="0" i="0" u="none" strike="noStrike" cap="none">
                <a:solidFill>
                  <a:srgbClr val="1F2937"/>
                </a:solidFill>
                <a:latin typeface="IBM Plex Sans KR"/>
                <a:ea typeface="IBM Plex Sans KR"/>
                <a:cs typeface="IBM Plex Sans KR"/>
              </a:rPr>
              <a:t>• 출처 명세가 실제 결함을 발견</a:t>
            </a:r>
            <a:endParaRPr sz="1300" b="0" i="0" u="none" strike="noStrike" cap="none">
              <a:solidFill>
                <a:schemeClr val="dk1"/>
              </a:solidFill>
              <a:latin typeface="IBM Plex Sans KR"/>
              <a:ea typeface="IBM Plex Sans KR"/>
              <a:cs typeface="IBM Plex Sans KR"/>
            </a:endParaRPr>
          </a:p>
        </p:txBody>
      </p:sp>
      <p:sp>
        <p:nvSpPr>
          <p:cNvPr id="284" name="Google Shape;284;p12">
            <a:extLst xmlns:a="http://schemas.openxmlformats.org/drawingml/2006/main">
              <a:ext uri="{FF2B5EF4-FFF2-40B4-BE49-F238E27FC236}">
                <a16:creationId xmlns:a16="http://schemas.microsoft.com/office/drawing/2014/main" id="{91B17B19-8FE8-4E86-A7A0-F678BA0F8C36}"/>
              </a:ext>
            </a:extLst>
          </p:cNvPr>
          <p:cNvSpPr>
            <a:spLocks xmlns:a="http://schemas.openxmlformats.org/drawingml/2006/main" noGrp="1"/>
          </p:cNvSpPr>
          <p:nvPr/>
        </p:nvSpPr>
        <p:spPr>
          <a:xfrm xmlns:a="http://schemas.openxmlformats.org/drawingml/2006/main">
            <a:off x="812752" y="6238335"/>
            <a:ext cx="2518641" cy="23869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marR="0" lvl="0" indent="0" algn="l">
              <a:lnSpc>
                <a:spcPct val="140000"/>
              </a:lnSpc>
              <a:spcBef>
                <a:spcPts val="0"/>
              </a:spcBef>
              <a:spcAft>
                <a:spcPts val="0"/>
              </a:spcAft>
              <a:buClr>
                <a:srgbClr val="1F2937"/>
              </a:buClr>
              <a:buSzPts val="1200"/>
              <a:buFont typeface="IBM Plex Sans KR"/>
              <a:buNone/>
            </a:pPr>
            <a:r>
              <a:rPr sz="1200" b="0" i="0" u="none" strike="noStrike" cap="none">
                <a:solidFill>
                  <a:srgbClr val="1F2937"/>
                </a:solidFill>
                <a:latin typeface="IBM Plex Sans KR"/>
                <a:ea typeface="IBM Plex Sans KR"/>
                <a:cs typeface="IBM Plex Sans KR"/>
              </a:rPr>
              <a:t>AI Agent 미니 프로젝트 결과 발표</a:t>
            </a:r>
            <a:endParaRPr sz="1200" b="0" i="0" u="none" strike="noStrike" cap="none">
              <a:solidFill>
                <a:schemeClr val="dk1"/>
              </a:solidFill>
              <a:latin typeface="IBM Plex Sans KR"/>
              <a:ea typeface="IBM Plex Sans KR"/>
              <a:cs typeface="IBM Plex Sans KR"/>
            </a:endParaRPr>
          </a:p>
        </p:txBody>
      </p:sp>
      <p:sp>
        <p:nvSpPr>
          <p:cNvPr id="285" name="Google Shape;285;p12">
            <a:extLst xmlns:a="http://schemas.openxmlformats.org/drawingml/2006/main">
              <a:ext uri="{FF2B5EF4-FFF2-40B4-BE49-F238E27FC236}">
                <a16:creationId xmlns:a16="http://schemas.microsoft.com/office/drawing/2014/main" id="{72E0E2FD-34D1-4241-990A-ADC41C6B3099}"/>
              </a:ext>
            </a:extLst>
          </p:cNvPr>
          <p:cNvSpPr>
            <a:spLocks xmlns:a="http://schemas.openxmlformats.org/drawingml/2006/main" noGrp="1"/>
          </p:cNvSpPr>
          <p:nvPr/>
        </p:nvSpPr>
        <p:spPr>
          <a:xfrm xmlns:a="http://schemas.openxmlformats.org/drawingml/2006/main">
            <a:off x="10883154" y="6238335"/>
            <a:ext cx="595312" cy="23869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marR="0" lvl="0" indent="0" algn="l">
              <a:lnSpc>
                <a:spcPct val="140000"/>
              </a:lnSpc>
              <a:spcBef>
                <a:spcPts val="0"/>
              </a:spcBef>
              <a:spcAft>
                <a:spcPts val="0"/>
              </a:spcAft>
              <a:buClr>
                <a:srgbClr val="1F2937"/>
              </a:buClr>
              <a:buSzPts val="1200"/>
              <a:buFont typeface="IBM Plex Sans KR"/>
              <a:buNone/>
            </a:pPr>
            <a:r>
              <a:rPr sz="1200" b="0" i="0" u="none" strike="noStrike" cap="none">
                <a:solidFill>
                  <a:srgbClr val="1F2937"/>
                </a:solidFill>
                <a:latin typeface="IBM Plex Sans KR"/>
                <a:ea typeface="IBM Plex Sans KR"/>
                <a:cs typeface="IBM Plex Sans KR"/>
              </a:rPr>
              <a:t>12 / 14</a:t>
            </a:r>
            <a:endParaRPr sz="1200" b="0" i="0" u="none" strike="noStrike" cap="none">
              <a:solidFill>
                <a:schemeClr val="dk1"/>
              </a:solidFill>
              <a:latin typeface="IBM Plex Sans KR"/>
              <a:ea typeface="IBM Plex Sans KR"/>
              <a:cs typeface="IBM Plex Sans KR"/>
            </a:endParaRPr>
          </a:p>
        </p:txBody>
      </p:sp>
      <p:sp>
        <p:nvSpPr>
          <p:cNvPr id="286" name="limits-detail">
            <a:extLst xmlns:a="http://schemas.openxmlformats.org/drawingml/2006/main">
              <a:ext uri="{FF2B5EF4-FFF2-40B4-BE49-F238E27FC236}">
                <a16:creationId xmlns:a16="http://schemas.microsoft.com/office/drawing/2014/main" id="{32E5AF4C-01BA-45C9-99DA-86E69A6DD3CF}"/>
              </a:ext>
            </a:extLst>
          </p:cNvPr>
          <p:cNvSpPr>
            <a:spLocks xmlns:a="http://schemas.openxmlformats.org/drawingml/2006/main" noGrp="1"/>
          </p:cNvSpPr>
          <p:nvPr/>
        </p:nvSpPr>
        <p:spPr>
          <a:xfrm xmlns:a="http://schemas.openxmlformats.org/drawingml/2006/main">
            <a:off x="1019175" y="3381375"/>
            <a:ext cx="1038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a:solidFill>
                  <a:srgbClr val="303A4C"/>
                </a:solidFill>
                <a:latin typeface="IBM Plex Sans KR"/>
                <a:ea typeface="IBM Plex Sans KR"/>
                <a:cs typeface="IBM Plex Sans KR"/>
              </a:defRPr>
            </a:defPPr>
            <a:lvl1pPr>
              <a:defRPr sz="1500">
                <a:solidFill>
                  <a:srgbClr val="303A4C"/>
                </a:solidFill>
                <a:latin typeface="IBM Plex Sans KR"/>
                <a:ea typeface="IBM Plex Sans KR"/>
                <a:cs typeface="IBM Plex Sans KR"/>
              </a:defRPr>
            </a:lvl1pPr>
            <a:lvl2pPr>
              <a:defRPr sz="1500">
                <a:solidFill>
                  <a:srgbClr val="303A4C"/>
                </a:solidFill>
                <a:latin typeface="IBM Plex Sans KR"/>
                <a:ea typeface="IBM Plex Sans KR"/>
                <a:cs typeface="IBM Plex Sans KR"/>
              </a:defRPr>
            </a:lvl2pPr>
            <a:lvl3pPr>
              <a:defRPr sz="1500">
                <a:solidFill>
                  <a:srgbClr val="303A4C"/>
                </a:solidFill>
                <a:latin typeface="IBM Plex Sans KR"/>
                <a:ea typeface="IBM Plex Sans KR"/>
                <a:cs typeface="IBM Plex Sans KR"/>
              </a:defRPr>
            </a:lvl3pPr>
            <a:lvl4pPr>
              <a:defRPr sz="1500">
                <a:solidFill>
                  <a:srgbClr val="303A4C"/>
                </a:solidFill>
                <a:latin typeface="IBM Plex Sans KR"/>
                <a:ea typeface="IBM Plex Sans KR"/>
                <a:cs typeface="IBM Plex Sans KR"/>
              </a:defRPr>
            </a:lvl4pPr>
            <a:lvl5pPr>
              <a:defRPr sz="1500">
                <a:solidFill>
                  <a:srgbClr val="303A4C"/>
                </a:solidFill>
                <a:latin typeface="IBM Plex Sans KR"/>
                <a:ea typeface="IBM Plex Sans KR"/>
                <a:cs typeface="IBM Plex Sans KR"/>
              </a:defRPr>
            </a:lvl5pPr>
            <a:lvl6pPr>
              <a:defRPr sz="1500">
                <a:solidFill>
                  <a:srgbClr val="303A4C"/>
                </a:solidFill>
                <a:latin typeface="IBM Plex Sans KR"/>
                <a:ea typeface="IBM Plex Sans KR"/>
                <a:cs typeface="IBM Plex Sans KR"/>
              </a:defRPr>
            </a:lvl6pPr>
            <a:lvl7pPr>
              <a:defRPr sz="1500">
                <a:solidFill>
                  <a:srgbClr val="303A4C"/>
                </a:solidFill>
                <a:latin typeface="IBM Plex Sans KR"/>
                <a:ea typeface="IBM Plex Sans KR"/>
                <a:cs typeface="IBM Plex Sans KR"/>
              </a:defRPr>
            </a:lvl7pPr>
            <a:lvl8pPr>
              <a:defRPr sz="1500">
                <a:solidFill>
                  <a:srgbClr val="303A4C"/>
                </a:solidFill>
                <a:latin typeface="IBM Plex Sans KR"/>
                <a:ea typeface="IBM Plex Sans KR"/>
                <a:cs typeface="IBM Plex Sans KR"/>
              </a:defRPr>
            </a:lvl8pPr>
            <a:lvl9pPr>
              <a:defRPr sz="1500">
                <a:solidFill>
                  <a:srgbClr val="303A4C"/>
                </a:solidFill>
                <a:latin typeface="IBM Plex Sans KR"/>
                <a:ea typeface="IBM Plex Sans KR"/>
                <a:cs typeface="IBM Plex Sans KR"/>
              </a:defRPr>
            </a:lvl9pPr>
          </a:lstStyle>
          <a:p xmlns:a="http://schemas.openxmlformats.org/drawingml/2006/main">
            <a:pPr>
              <a:lnSpc>
                <a:spcPct val="115000"/>
              </a:lnSpc>
              <a:buNone/>
              <a:defRPr sz="1500">
                <a:solidFill>
                  <a:srgbClr val="303A4C"/>
                </a:solidFill>
                <a:latin typeface="IBM Plex Sans KR"/>
                <a:ea typeface="IBM Plex Sans KR"/>
                <a:cs typeface="IBM Plex Sans KR"/>
              </a:defRPr>
            </a:pPr>
            <a:r>
              <a:rPr sz="1500">
                <a:solidFill>
                  <a:srgbClr val="303A4C"/>
                </a:solidFill>
                <a:latin typeface="IBM Plex Sans KR"/>
                <a:ea typeface="IBM Plex Sans KR"/>
                <a:cs typeface="IBM Plex Sans KR"/>
              </a:rPr>
              <a:t>주미의 시험 명세로 한글 저장 방식에 따른 검색 누락을 재현하고 수정했다.</a:t>
            </a:r>
          </a:p>
          <a:p xmlns:a="http://schemas.openxmlformats.org/drawingml/2006/main">
            <a:pPr>
              <a:lnSpc>
                <a:spcPct val="115000"/>
              </a:lnSpc>
              <a:buNone/>
              <a:defRPr sz="1500">
                <a:solidFill>
                  <a:srgbClr val="303A4C"/>
                </a:solidFill>
                <a:latin typeface="IBM Plex Sans KR"/>
                <a:ea typeface="IBM Plex Sans KR"/>
                <a:cs typeface="IBM Plex Sans KR"/>
              </a:defRPr>
            </a:pPr>
            <a:r>
              <a:rPr sz="1500">
                <a:solidFill>
                  <a:srgbClr val="303A4C"/>
                </a:solidFill>
                <a:latin typeface="IBM Plex Sans KR"/>
                <a:ea typeface="IBM Plex Sans KR"/>
                <a:cs typeface="IBM Plex Sans KR"/>
              </a:rPr>
              <a:t>수진의 시안은 월간 달력·D-day·관심 과목까지 실제 자료에 연결했다.</a:t>
            </a:r>
          </a:p>
          <a:p xmlns:a="http://schemas.openxmlformats.org/drawingml/2006/main">
            <a:pPr>
              <a:lnSpc>
                <a:spcPct val="115000"/>
              </a:lnSpc>
              <a:buNone/>
              <a:defRPr sz="1500">
                <a:solidFill>
                  <a:srgbClr val="303A4C"/>
                </a:solidFill>
                <a:latin typeface="IBM Plex Sans KR"/>
                <a:ea typeface="IBM Plex Sans KR"/>
                <a:cs typeface="IBM Plex Sans KR"/>
              </a:defRPr>
            </a:pPr>
            <a:r>
              <a:rPr sz="1500">
                <a:solidFill>
                  <a:srgbClr val="303A4C"/>
                </a:solidFill>
                <a:latin typeface="IBM Plex Sans KR"/>
                <a:ea typeface="IBM Plex Sans KR"/>
                <a:cs typeface="IBM Plex Sans KR"/>
              </a:rPr>
              <a:t>누락된 rag 구현은 재현하지 못했다. 시험 의도는 재구현하고 원본과 선택 이유를 보존했다.</a:t>
            </a:r>
          </a:p>
        </p:txBody>
      </p:sp>
    </p:spTree>
    <p:extLst>
      <p:ext uri="{BB962C8B-B14F-4D97-AF65-F5344CB8AC3E}">
        <p14:creationId xmlns:p14="http://schemas.microsoft.com/office/powerpoint/2010/main" val="1511815560"/>
      </p:ext>
    </p:extLst>
  </p:cSld>
</p:sld>
</file>

<file path=ppt/slides/slide13.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291" name="Google Shape;291;p13">
            <a:extLst xmlns:a="http://schemas.openxmlformats.org/drawingml/2006/main">
              <a:ext uri="{FF2B5EF4-FFF2-40B4-BE49-F238E27FC236}">
                <a16:creationId xmlns:a16="http://schemas.microsoft.com/office/drawing/2014/main" id="{8856E2AC-DDF5-4C58-828C-02B648622AC8}"/>
              </a:ext>
            </a:extLst>
          </p:cNvPr>
          <p:cNvSpPr>
            <a:spLocks xmlns:a="http://schemas.openxmlformats.org/drawingml/2006/main" noGrp="1"/>
          </p:cNvSpPr>
          <p:nvPr/>
        </p:nvSpPr>
        <p:spPr>
          <a:xfrm xmlns:a="http://schemas.openxmlformats.org/drawingml/2006/main">
            <a:off x="812752" y="660375"/>
            <a:ext cx="10883490" cy="20820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marR="0" lvl="0" indent="0" algn="l">
              <a:lnSpc>
                <a:spcPct val="120000"/>
              </a:lnSpc>
              <a:spcBef>
                <a:spcPts val="0"/>
              </a:spcBef>
              <a:spcAft>
                <a:spcPts val="0"/>
              </a:spcAft>
              <a:buClr>
                <a:srgbClr val="1D4ED8"/>
              </a:buClr>
              <a:buSzPts val="1200"/>
              <a:buFont typeface="IBM Plex Sans KR"/>
              <a:buNone/>
            </a:pPr>
            <a:r>
              <a:rPr sz="1200" b="1" i="0" u="none" strike="noStrike" cap="none">
                <a:solidFill>
                  <a:srgbClr val="1D4ED8"/>
                </a:solidFill>
                <a:latin typeface="IBM Plex Sans KR"/>
                <a:ea typeface="IBM Plex Sans KR"/>
                <a:cs typeface="IBM Plex Sans KR"/>
              </a:rPr>
              <a:t>09 · 향후 과제</a:t>
            </a:r>
            <a:endParaRPr sz="1200" b="0" i="0" u="none" strike="noStrike" cap="none">
              <a:solidFill>
                <a:schemeClr val="dk1"/>
              </a:solidFill>
              <a:latin typeface="IBM Plex Sans KR"/>
              <a:ea typeface="IBM Plex Sans KR"/>
              <a:cs typeface="IBM Plex Sans KR"/>
            </a:endParaRPr>
          </a:p>
        </p:txBody>
      </p:sp>
      <p:sp>
        <p:nvSpPr>
          <p:cNvPr id="292" name="Google Shape;292;p13">
            <a:extLst xmlns:a="http://schemas.openxmlformats.org/drawingml/2006/main">
              <a:ext uri="{FF2B5EF4-FFF2-40B4-BE49-F238E27FC236}">
                <a16:creationId xmlns:a16="http://schemas.microsoft.com/office/drawing/2014/main" id="{627B509C-52F5-41A7-8A01-15B98101B5C1}"/>
              </a:ext>
            </a:extLst>
          </p:cNvPr>
          <p:cNvSpPr>
            <a:spLocks xmlns:a="http://schemas.openxmlformats.org/drawingml/2006/main" noGrp="1"/>
          </p:cNvSpPr>
          <p:nvPr>
            <p:ph type="title" idx="0"/>
          </p:nvPr>
        </p:nvSpPr>
        <p:spPr>
          <a:xfrm xmlns:a="http://schemas.openxmlformats.org/drawingml/2006/main">
            <a:off x="812752" y="906680"/>
            <a:ext cx="10883490" cy="42161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lvl="0" indent="0" algn="l">
              <a:lnSpc>
                <a:spcPct val="120000"/>
              </a:lnSpc>
              <a:spcBef>
                <a:spcPts val="0"/>
              </a:spcBef>
              <a:spcAft>
                <a:spcPts val="0"/>
              </a:spcAft>
              <a:buClr>
                <a:srgbClr val="1F2937"/>
              </a:buClr>
              <a:buSzPts val="2600"/>
              <a:buFont typeface="IBM Plex Sans KR"/>
              <a:buNone/>
            </a:pPr>
            <a:r>
              <a:rPr sz="2600" b="1" i="0">
                <a:solidFill>
                  <a:srgbClr val="1F2937"/>
                </a:solidFill>
                <a:latin typeface="IBM Plex Sans KR"/>
                <a:ea typeface="IBM Plex Sans KR"/>
                <a:cs typeface="IBM Plex Sans KR"/>
              </a:rPr>
              <a:t>향후 과제</a:t>
            </a:r>
            <a:endParaRPr sz="2600"/>
          </a:p>
        </p:txBody>
      </p:sp>
      <p:cxnSp>
        <p:nvCxnSpPr>
          <p:cNvPr id="293" name="Google Shape;293;p13">
            <a:extLst xmlns:a="http://schemas.openxmlformats.org/drawingml/2006/main">
              <a:ext uri="{FF2B5EF4-FFF2-40B4-BE49-F238E27FC236}">
                <a16:creationId xmlns:a16="http://schemas.microsoft.com/office/drawing/2014/main" id="{E3DDCF83-468B-4E3D-A191-54E0B241ED67}"/>
              </a:ext>
            </a:extLst>
          </p:cNvPr>
          <p:cNvCxnSpPr/>
          <p:nvPr/>
        </p:nvCxnSpPr>
        <p:spPr>
          <a:xfrm xmlns:a="http://schemas.openxmlformats.org/drawingml/2006/main">
            <a:off x="11376089" y="1506093"/>
            <a:ext cx="0" cy="1733550"/>
          </a:xfrm>
          <a:prstGeom xmlns:a="http://schemas.openxmlformats.org/drawingml/2006/main" prst="straightConnector1">
            <a:avLst/>
          </a:prstGeom>
          <a:ln xmlns:a="http://schemas.openxmlformats.org/drawingml/2006/main" w="9525" cap="flat">
            <a:solidFill>
              <a:srgbClr val="CBD5E1"/>
            </a:solidFill>
            <a:prstDash val="solid"/>
            <a:round/>
            <a:headEnd type="none" w="sm" len="sm"/>
            <a:tailEnd type="none" w="sm" len="sm"/>
          </a:ln>
        </p:spPr>
      </p:cxnSp>
      <p:cxnSp>
        <p:nvCxnSpPr>
          <p:cNvPr id="294" name="Google Shape;294;p13">
            <a:extLst xmlns:a="http://schemas.openxmlformats.org/drawingml/2006/main">
              <a:ext uri="{FF2B5EF4-FFF2-40B4-BE49-F238E27FC236}">
                <a16:creationId xmlns:a16="http://schemas.microsoft.com/office/drawing/2014/main" id="{7AA6824F-18BC-47CE-9D3A-AE09D2F1D780}"/>
              </a:ext>
            </a:extLst>
          </p:cNvPr>
          <p:cNvCxnSpPr/>
          <p:nvPr/>
        </p:nvCxnSpPr>
        <p:spPr>
          <a:xfrm xmlns:a="http://schemas.openxmlformats.org/drawingml/2006/main">
            <a:off x="812768" y="3232118"/>
            <a:ext cx="10566464" cy="0"/>
          </a:xfrm>
          <a:prstGeom xmlns:a="http://schemas.openxmlformats.org/drawingml/2006/main" prst="straightConnector1">
            <a:avLst/>
          </a:prstGeom>
          <a:ln xmlns:a="http://schemas.openxmlformats.org/drawingml/2006/main" w="9525" cap="flat">
            <a:solidFill>
              <a:srgbClr val="CBD5E1"/>
            </a:solidFill>
            <a:prstDash val="solid"/>
            <a:round/>
            <a:headEnd type="none" w="sm" len="sm"/>
            <a:tailEnd type="none" w="sm" len="sm"/>
          </a:ln>
        </p:spPr>
      </p:cxnSp>
      <p:graphicFrame>
        <p:nvGraphicFramePr>
          <p:cNvPr id="295" name="Google Shape;295;p13">
            <a:extLst xmlns:a="http://schemas.openxmlformats.org/drawingml/2006/main">
              <a:ext uri="{FF2B5EF4-FFF2-40B4-BE49-F238E27FC236}">
                <a16:creationId xmlns:a16="http://schemas.microsoft.com/office/drawing/2014/main" id="{D9D24C5B-E41D-4723-B607-5A9BACA38E80}"/>
              </a:ext>
            </a:extLst>
          </p:cNvPr>
          <p:cNvGraphicFramePr/>
          <p:nvPr/>
        </p:nvGraphicFramePr>
        <p:xfrm>
          <a:off xmlns:a="http://schemas.openxmlformats.org/drawingml/2006/main" x="824294" y="1517618"/>
          <a:ext xmlns:a="http://schemas.openxmlformats.org/drawingml/2006/main" cx="10551128" cy="1714500"/>
        </p:xfrm>
        <a:graphic xmlns:a="http://schemas.openxmlformats.org/drawingml/2006/main">
          <a:graphicData uri="http://schemas.openxmlformats.org/drawingml/2006/table">
            <a:tbl>
              <a:tblPr>
                <a:tableStyleId>{30BA6B5B-347C-4C68-B835-C5660AAF6F3E}</a:tableStyleId>
              </a:tblPr>
              <a:tblGrid>
                <a:gridCol w="3165325"/>
                <a:gridCol w="3587375"/>
                <a:gridCol w="2110225"/>
                <a:gridCol w="1688175"/>
              </a:tblGrid>
              <a:tr h="342900">
                <a:tc>
                  <a:txBody>
                    <a:bodyPr/>
                    <a:lstStyle/>
                    <a:p>
                      <a:pPr marL="0" marR="0" lvl="0" indent="0" algn="l">
                        <a:lnSpc>
                          <a:spcPct val="110000"/>
                        </a:lnSpc>
                        <a:spcBef>
                          <a:spcPts val="0"/>
                        </a:spcBef>
                        <a:spcAft>
                          <a:spcPts val="0"/>
                        </a:spcAft>
                        <a:buClr>
                          <a:srgbClr val="1F2937"/>
                        </a:buClr>
                        <a:buSzPts val="1200"/>
                        <a:buFont typeface="IBM Plex Sans KR"/>
                        <a:buNone/>
                      </a:pPr>
                      <a:r>
                        <a:rPr sz="1200" b="1" u="none" strike="noStrike" cap="none">
                          <a:solidFill>
                            <a:srgbClr val="222831"/>
                          </a:solidFill>
                          <a:latin typeface="IBM Plex Sans KR"/>
                          <a:ea typeface="IBM Plex Sans KR"/>
                          <a:cs typeface="IBM Plex Sans KR"/>
                        </a:rPr>
                        <a:t>과제</a:t>
                      </a:r>
                      <a:endParaRPr sz="1200" u="none" strike="noStrike" cap="none">
                        <a:latin typeface="IBM Plex Sans KR"/>
                        <a:ea typeface="IBM Plex Sans KR"/>
                        <a:cs typeface="IBM Plex Sans KR"/>
                      </a:endParaRPr>
                    </a:p>
                  </a:txBody>
                  <a:tcPr marL="53350" marR="53350" marT="53350" marB="53350">
                    <a:lnL w="12700" cmpd="sng">
                      <a:solidFill>
                        <a:srgbClr val="C8C9CA"/>
                      </a:solidFill>
                      <a:prstDash val="solid"/>
                    </a:lnL>
                    <a:lnR w="12700" cmpd="sng">
                      <a:solidFill>
                        <a:srgbClr val="BBC0CA"/>
                      </a:solidFill>
                      <a:prstDash val="solid"/>
                    </a:lnR>
                    <a:lnT w="12700" cmpd="sng">
                      <a:solidFill>
                        <a:srgbClr val="C8C9CA"/>
                      </a:solidFill>
                      <a:prstDash val="solid"/>
                    </a:lnT>
                    <a:lnB w="12700" cmpd="sng">
                      <a:solidFill>
                        <a:srgbClr val="BBC0CA"/>
                      </a:solidFill>
                      <a:prstDash val="solid"/>
                    </a:lnB>
                    <a:solidFill>
                      <a:srgbClr val="EAF0FD"/>
                    </a:solidFill>
                  </a:tcPr>
                </a:tc>
                <a:tc>
                  <a:txBody>
                    <a:bodyPr/>
                    <a:lstStyle/>
                    <a:p>
                      <a:pPr marL="0" marR="0" lvl="0" indent="0" algn="l">
                        <a:lnSpc>
                          <a:spcPct val="110000"/>
                        </a:lnSpc>
                        <a:spcBef>
                          <a:spcPts val="0"/>
                        </a:spcBef>
                        <a:spcAft>
                          <a:spcPts val="0"/>
                        </a:spcAft>
                        <a:buClr>
                          <a:srgbClr val="1F2937"/>
                        </a:buClr>
                        <a:buSzPts val="1200"/>
                        <a:buFont typeface="IBM Plex Sans KR"/>
                        <a:buNone/>
                      </a:pPr>
                      <a:r>
                        <a:rPr sz="1200" b="1" u="none" strike="noStrike" cap="none">
                          <a:solidFill>
                            <a:srgbClr val="222831"/>
                          </a:solidFill>
                          <a:latin typeface="IBM Plex Sans KR"/>
                          <a:ea typeface="IBM Plex Sans KR"/>
                          <a:cs typeface="IBM Plex Sans KR"/>
                        </a:rPr>
                        <a:t>기대 효과</a:t>
                      </a:r>
                      <a:endParaRPr sz="1200" u="none" strike="noStrike" cap="none">
                        <a:latin typeface="IBM Plex Sans KR"/>
                        <a:ea typeface="IBM Plex Sans KR"/>
                        <a:cs typeface="IBM Plex Sans KR"/>
                      </a:endParaRPr>
                    </a:p>
                  </a:txBody>
                  <a:tcPr marL="53350" marR="53350" marT="53350" marB="53350">
                    <a:lnL w="12700" cmpd="sng">
                      <a:solidFill>
                        <a:srgbClr val="BBC0CA"/>
                      </a:solidFill>
                      <a:prstDash val="solid"/>
                    </a:lnL>
                    <a:lnR w="12700" cmpd="sng">
                      <a:solidFill>
                        <a:srgbClr val="BBC0CA"/>
                      </a:solidFill>
                      <a:prstDash val="solid"/>
                    </a:lnR>
                    <a:lnT w="12700" cmpd="sng">
                      <a:solidFill>
                        <a:srgbClr val="C8C9CA"/>
                      </a:solidFill>
                      <a:prstDash val="solid"/>
                    </a:lnT>
                    <a:lnB w="12700" cmpd="sng">
                      <a:solidFill>
                        <a:srgbClr val="BBC0CA"/>
                      </a:solidFill>
                      <a:prstDash val="solid"/>
                    </a:lnB>
                    <a:solidFill>
                      <a:srgbClr val="EAF0FD"/>
                    </a:solidFill>
                  </a:tcPr>
                </a:tc>
                <a:tc>
                  <a:txBody>
                    <a:bodyPr/>
                    <a:lstStyle/>
                    <a:p>
                      <a:pPr marL="0" marR="0" lvl="0" indent="0" algn="l">
                        <a:lnSpc>
                          <a:spcPct val="110000"/>
                        </a:lnSpc>
                        <a:spcBef>
                          <a:spcPts val="0"/>
                        </a:spcBef>
                        <a:spcAft>
                          <a:spcPts val="0"/>
                        </a:spcAft>
                        <a:buClr>
                          <a:srgbClr val="1F2937"/>
                        </a:buClr>
                        <a:buSzPts val="1200"/>
                        <a:buFont typeface="IBM Plex Sans KR"/>
                        <a:buNone/>
                      </a:pPr>
                      <a:r>
                        <a:rPr sz="1200" b="1" u="none" strike="noStrike" cap="none">
                          <a:solidFill>
                            <a:srgbClr val="222831"/>
                          </a:solidFill>
                          <a:latin typeface="IBM Plex Sans KR"/>
                          <a:ea typeface="IBM Plex Sans KR"/>
                          <a:cs typeface="IBM Plex Sans KR"/>
                        </a:rPr>
                        <a:t>우선순위</a:t>
                      </a:r>
                      <a:endParaRPr sz="1200" u="none" strike="noStrike" cap="none">
                        <a:latin typeface="IBM Plex Sans KR"/>
                        <a:ea typeface="IBM Plex Sans KR"/>
                        <a:cs typeface="IBM Plex Sans KR"/>
                      </a:endParaRPr>
                    </a:p>
                  </a:txBody>
                  <a:tcPr marL="53350" marR="53350" marT="53350" marB="53350">
                    <a:lnL w="12700" cmpd="sng">
                      <a:solidFill>
                        <a:srgbClr val="BBC0CA"/>
                      </a:solidFill>
                      <a:prstDash val="solid"/>
                    </a:lnL>
                    <a:lnR w="12700" cmpd="sng">
                      <a:solidFill>
                        <a:srgbClr val="BBC0CA"/>
                      </a:solidFill>
                      <a:prstDash val="solid"/>
                    </a:lnR>
                    <a:lnT w="12700" cmpd="sng">
                      <a:solidFill>
                        <a:srgbClr val="C8C9CA"/>
                      </a:solidFill>
                      <a:prstDash val="solid"/>
                    </a:lnT>
                    <a:lnB w="12700" cmpd="sng">
                      <a:solidFill>
                        <a:srgbClr val="BBC0CA"/>
                      </a:solidFill>
                      <a:prstDash val="solid"/>
                    </a:lnB>
                    <a:solidFill>
                      <a:srgbClr val="EAF0FD"/>
                    </a:solidFill>
                  </a:tcPr>
                </a:tc>
                <a:tc>
                  <a:txBody>
                    <a:bodyPr/>
                    <a:lstStyle/>
                    <a:p>
                      <a:pPr marL="0" marR="0" lvl="0" indent="0" algn="l">
                        <a:lnSpc>
                          <a:spcPct val="110000"/>
                        </a:lnSpc>
                        <a:spcBef>
                          <a:spcPts val="0"/>
                        </a:spcBef>
                        <a:spcAft>
                          <a:spcPts val="0"/>
                        </a:spcAft>
                        <a:buClr>
                          <a:srgbClr val="1F2937"/>
                        </a:buClr>
                        <a:buSzPts val="1200"/>
                        <a:buFont typeface="IBM Plex Sans KR"/>
                        <a:buNone/>
                      </a:pPr>
                      <a:r>
                        <a:rPr sz="1200" b="1" u="none" strike="noStrike" cap="none">
                          <a:solidFill>
                            <a:srgbClr val="222831"/>
                          </a:solidFill>
                          <a:latin typeface="IBM Plex Sans KR"/>
                          <a:ea typeface="IBM Plex Sans KR"/>
                          <a:cs typeface="IBM Plex Sans KR"/>
                        </a:rPr>
                        <a:t>시점·조건</a:t>
                      </a:r>
                      <a:endParaRPr sz="1200" u="none" strike="noStrike" cap="none">
                        <a:latin typeface="IBM Plex Sans KR"/>
                        <a:ea typeface="IBM Plex Sans KR"/>
                        <a:cs typeface="IBM Plex Sans KR"/>
                      </a:endParaRPr>
                    </a:p>
                  </a:txBody>
                  <a:tcPr marL="53350" marR="53350" marT="53350" marB="53350">
                    <a:lnL w="12700" cmpd="sng">
                      <a:solidFill>
                        <a:srgbClr val="BBC0CA"/>
                      </a:solidFill>
                      <a:prstDash val="solid"/>
                    </a:lnL>
                    <a:lnR w="12700" cmpd="sng">
                      <a:solidFill>
                        <a:srgbClr val="BBC0CA"/>
                      </a:solidFill>
                      <a:prstDash val="solid"/>
                    </a:lnR>
                    <a:lnT w="12700" cmpd="sng">
                      <a:solidFill>
                        <a:srgbClr val="C8C9CA"/>
                      </a:solidFill>
                      <a:prstDash val="solid"/>
                    </a:lnT>
                    <a:lnB w="12700" cmpd="sng">
                      <a:solidFill>
                        <a:srgbClr val="BBC0CA"/>
                      </a:solidFill>
                      <a:prstDash val="solid"/>
                    </a:lnB>
                    <a:solidFill>
                      <a:srgbClr val="EAF0FD"/>
                    </a:solidFill>
                  </a:tcPr>
                </a:tc>
              </a:tr>
              <a:tr h="457200">
                <a:tc>
                  <a:txBody>
                    <a:bodyPr/>
                    <a:lstStyle/>
                    <a:p>
                      <a:pPr marL="0" marR="0" lvl="0" indent="0" algn="l">
                        <a:lnSpc>
                          <a:spcPct val="110000"/>
                        </a:lnSpc>
                        <a:spcBef>
                          <a:spcPts val="0"/>
                        </a:spcBef>
                        <a:spcAft>
                          <a:spcPts val="0"/>
                        </a:spcAft>
                        <a:buClr>
                          <a:srgbClr val="1F2937"/>
                        </a:buClr>
                        <a:buSzPts val="1200"/>
                        <a:buFont typeface="IBM Plex Sans KR"/>
                        <a:buNone/>
                      </a:pPr>
                      <a:r>
                        <a:rPr sz="1200" b="0" u="none" strike="noStrike" cap="none">
                          <a:solidFill>
                            <a:srgbClr val="222831"/>
                          </a:solidFill>
                          <a:latin typeface="IBM Plex Sans KR"/>
                          <a:ea typeface="IBM Plex Sans KR"/>
                          <a:cs typeface="IBM Plex Sans KR"/>
                        </a:rPr>
                        <a:t>누락 rag 구현·다른 입력 형식</a:t>
                      </a:r>
                      <a:endParaRPr sz="1200" u="none" strike="noStrike" cap="none">
                        <a:latin typeface="IBM Plex Sans KR"/>
                        <a:ea typeface="IBM Plex Sans KR"/>
                        <a:cs typeface="IBM Plex Sans KR"/>
                      </a:endParaRPr>
                    </a:p>
                  </a:txBody>
                  <a:tcPr marL="53350" marR="53350" marT="53350" marB="53350">
                    <a:lnL w="12700" cmpd="sng">
                      <a:solidFill>
                        <a:srgbClr val="C8C9CA"/>
                      </a:solidFill>
                      <a:prstDash val="solid"/>
                    </a:lnL>
                    <a:lnR w="12700" cmpd="sng">
                      <a:solidFill>
                        <a:srgbClr val="C8C9CA"/>
                      </a:solidFill>
                      <a:prstDash val="solid"/>
                    </a:lnR>
                    <a:lnT w="12700" cmpd="sng">
                      <a:solidFill>
                        <a:srgbClr val="BBC0CA"/>
                      </a:solidFill>
                      <a:prstDash val="solid"/>
                    </a:lnT>
                    <a:lnB w="12700" cmpd="sng">
                      <a:solidFill>
                        <a:srgbClr val="C8C9CA"/>
                      </a:solidFill>
                      <a:prstDash val="solid"/>
                    </a:lnB>
                  </a:tcPr>
                </a:tc>
                <a:tc>
                  <a:txBody>
                    <a:bodyPr/>
                    <a:lstStyle/>
                    <a:p>
                      <a:pPr marL="0" marR="0" lvl="0" indent="0" algn="l">
                        <a:lnSpc>
                          <a:spcPct val="110000"/>
                        </a:lnSpc>
                        <a:spcBef>
                          <a:spcPts val="0"/>
                        </a:spcBef>
                        <a:spcAft>
                          <a:spcPts val="0"/>
                        </a:spcAft>
                        <a:buClr>
                          <a:srgbClr val="1F2937"/>
                        </a:buClr>
                        <a:buSzPts val="1200"/>
                        <a:buFont typeface="IBM Plex Sans KR"/>
                        <a:buNone/>
                      </a:pPr>
                      <a:r>
                        <a:rPr sz="1200" b="0" u="none" strike="noStrike" cap="none">
                          <a:solidFill>
                            <a:srgbClr val="222831"/>
                          </a:solidFill>
                          <a:latin typeface="IBM Plex Sans KR"/>
                          <a:ea typeface="IBM Plex Sans KR"/>
                          <a:cs typeface="IBM Plex Sans KR"/>
                        </a:rPr>
                        <a:t>추가 비교·PDF/XLSX 파서 검증</a:t>
                      </a:r>
                      <a:endParaRPr sz="1200" u="none" strike="noStrike" cap="none">
                        <a:latin typeface="IBM Plex Sans KR"/>
                        <a:ea typeface="IBM Plex Sans KR"/>
                        <a:cs typeface="IBM Plex Sans KR"/>
                      </a:endParaRPr>
                    </a:p>
                  </a:txBody>
                  <a:tcPr marL="53350" marR="53350" marT="53350" marB="53350">
                    <a:lnL w="12700" cmpd="sng">
                      <a:solidFill>
                        <a:srgbClr val="C8C9CA"/>
                      </a:solidFill>
                      <a:prstDash val="solid"/>
                    </a:lnL>
                    <a:lnR w="12700" cmpd="sng">
                      <a:solidFill>
                        <a:srgbClr val="C8C9CA"/>
                      </a:solidFill>
                      <a:prstDash val="solid"/>
                    </a:lnR>
                    <a:lnT w="12700" cmpd="sng">
                      <a:solidFill>
                        <a:srgbClr val="BBC0CA"/>
                      </a:solidFill>
                      <a:prstDash val="solid"/>
                    </a:lnT>
                    <a:lnB w="12700" cmpd="sng">
                      <a:solidFill>
                        <a:srgbClr val="C8C9CA"/>
                      </a:solidFill>
                      <a:prstDash val="solid"/>
                    </a:lnB>
                  </a:tcPr>
                </a:tc>
                <a:tc>
                  <a:txBody>
                    <a:bodyPr/>
                    <a:lstStyle/>
                    <a:p>
                      <a:pPr marL="0" marR="0" lvl="0" indent="0" algn="l">
                        <a:lnSpc>
                          <a:spcPct val="110000"/>
                        </a:lnSpc>
                        <a:spcBef>
                          <a:spcPts val="0"/>
                        </a:spcBef>
                        <a:spcAft>
                          <a:spcPts val="0"/>
                        </a:spcAft>
                        <a:buClr>
                          <a:srgbClr val="1F2937"/>
                        </a:buClr>
                        <a:buSzPts val="1200"/>
                        <a:buFont typeface="IBM Plex Sans KR"/>
                        <a:buNone/>
                      </a:pPr>
                      <a:r>
                        <a:rPr sz="1200" b="0" u="none" strike="noStrike" cap="none">
                          <a:solidFill>
                            <a:srgbClr val="222831"/>
                          </a:solidFill>
                          <a:latin typeface="IBM Plex Sans KR"/>
                          <a:ea typeface="IBM Plex Sans KR"/>
                          <a:cs typeface="IBM Plex Sans KR"/>
                        </a:rPr>
                        <a:t>중</a:t>
                      </a:r>
                      <a:endParaRPr sz="1200" u="none" strike="noStrike" cap="none">
                        <a:latin typeface="IBM Plex Sans KR"/>
                        <a:ea typeface="IBM Plex Sans KR"/>
                        <a:cs typeface="IBM Plex Sans KR"/>
                      </a:endParaRPr>
                    </a:p>
                  </a:txBody>
                  <a:tcPr marL="53350" marR="53350" marT="53350" marB="53350">
                    <a:lnL w="12700" cmpd="sng">
                      <a:solidFill>
                        <a:srgbClr val="C8C9CA"/>
                      </a:solidFill>
                      <a:prstDash val="solid"/>
                    </a:lnL>
                    <a:lnR w="12700" cmpd="sng">
                      <a:solidFill>
                        <a:srgbClr val="C8C9CA"/>
                      </a:solidFill>
                      <a:prstDash val="solid"/>
                    </a:lnR>
                    <a:lnT w="12700" cmpd="sng">
                      <a:solidFill>
                        <a:srgbClr val="BBC0CA"/>
                      </a:solidFill>
                      <a:prstDash val="solid"/>
                    </a:lnT>
                    <a:lnB w="12700" cmpd="sng">
                      <a:solidFill>
                        <a:srgbClr val="C8C9CA"/>
                      </a:solidFill>
                      <a:prstDash val="solid"/>
                    </a:lnB>
                  </a:tcPr>
                </a:tc>
                <a:tc>
                  <a:txBody>
                    <a:bodyPr/>
                    <a:lstStyle/>
                    <a:p>
                      <a:pPr marL="0" marR="0" lvl="0" indent="0" algn="l">
                        <a:lnSpc>
                          <a:spcPct val="110000"/>
                        </a:lnSpc>
                        <a:spcBef>
                          <a:spcPts val="0"/>
                        </a:spcBef>
                        <a:spcAft>
                          <a:spcPts val="0"/>
                        </a:spcAft>
                        <a:buClr>
                          <a:srgbClr val="1F2937"/>
                        </a:buClr>
                        <a:buSzPts val="1200"/>
                        <a:buFont typeface="IBM Plex Sans KR"/>
                        <a:buNone/>
                      </a:pPr>
                      <a:r>
                        <a:rPr sz="1200" b="0" u="none" strike="noStrike" cap="none">
                          <a:solidFill>
                            <a:srgbClr val="222831"/>
                          </a:solidFill>
                          <a:latin typeface="IBM Plex Sans KR"/>
                          <a:ea typeface="IBM Plex Sans KR"/>
                          <a:cs typeface="IBM Plex Sans KR"/>
                        </a:rPr>
                        <a:t>추가 자료·요구 확보 후</a:t>
                      </a:r>
                      <a:endParaRPr sz="1200" u="none" strike="noStrike" cap="none">
                        <a:latin typeface="IBM Plex Sans KR"/>
                        <a:ea typeface="IBM Plex Sans KR"/>
                        <a:cs typeface="IBM Plex Sans KR"/>
                      </a:endParaRPr>
                    </a:p>
                  </a:txBody>
                  <a:tcPr marL="53350" marR="53350" marT="53350" marB="53350">
                    <a:lnL w="12700" cmpd="sng">
                      <a:solidFill>
                        <a:srgbClr val="C8C9CA"/>
                      </a:solidFill>
                      <a:prstDash val="solid"/>
                    </a:lnL>
                    <a:lnR w="12700" cmpd="sng">
                      <a:solidFill>
                        <a:srgbClr val="C8C9CA"/>
                      </a:solidFill>
                      <a:prstDash val="solid"/>
                    </a:lnR>
                    <a:lnT w="12700" cmpd="sng">
                      <a:solidFill>
                        <a:srgbClr val="BBC0CA"/>
                      </a:solidFill>
                      <a:prstDash val="solid"/>
                    </a:lnT>
                    <a:lnB w="12700" cmpd="sng">
                      <a:solidFill>
                        <a:srgbClr val="C8C9CA"/>
                      </a:solidFill>
                      <a:prstDash val="solid"/>
                    </a:lnB>
                  </a:tcPr>
                </a:tc>
              </a:tr>
              <a:tr h="457200">
                <a:tc>
                  <a:txBody>
                    <a:bodyPr/>
                    <a:lstStyle/>
                    <a:p>
                      <a:pPr marL="0" marR="0" lvl="0" indent="0" algn="l">
                        <a:lnSpc>
                          <a:spcPct val="110000"/>
                        </a:lnSpc>
                        <a:spcBef>
                          <a:spcPts val="0"/>
                        </a:spcBef>
                        <a:spcAft>
                          <a:spcPts val="0"/>
                        </a:spcAft>
                        <a:buClr>
                          <a:srgbClr val="1F2937"/>
                        </a:buClr>
                        <a:buSzPts val="1200"/>
                        <a:buFont typeface="IBM Plex Sans KR"/>
                        <a:buNone/>
                      </a:pPr>
                      <a:r>
                        <a:rPr sz="1200" b="0" u="none" strike="noStrike" cap="none">
                          <a:solidFill>
                            <a:srgbClr val="222831"/>
                          </a:solidFill>
                          <a:latin typeface="IBM Plex Sans KR"/>
                          <a:ea typeface="IBM Plex Sans KR"/>
                          <a:cs typeface="IBM Plex Sans KR"/>
                        </a:rPr>
                        <a:t>Sonar 재분석·Docker 검증</a:t>
                      </a:r>
                      <a:endParaRPr sz="1200" u="none" strike="noStrike" cap="none">
                        <a:latin typeface="IBM Plex Sans KR"/>
                        <a:ea typeface="IBM Plex Sans KR"/>
                        <a:cs typeface="IBM Plex Sans KR"/>
                      </a:endParaRPr>
                    </a:p>
                  </a:txBody>
                  <a:tcPr marL="53350" marR="53350" marT="53350" marB="53350">
                    <a:lnL w="12700" cmpd="sng">
                      <a:solidFill>
                        <a:srgbClr val="C8C9CA"/>
                      </a:solidFill>
                      <a:prstDash val="solid"/>
                    </a:lnL>
                    <a:lnR w="12700" cmpd="sng">
                      <a:solidFill>
                        <a:srgbClr val="C8C9CA"/>
                      </a:solidFill>
                      <a:prstDash val="solid"/>
                    </a:lnR>
                    <a:lnT w="12700" cmpd="sng">
                      <a:solidFill>
                        <a:srgbClr val="C8C9CA"/>
                      </a:solidFill>
                      <a:prstDash val="solid"/>
                    </a:lnT>
                    <a:lnB w="12700" cmpd="sng">
                      <a:solidFill>
                        <a:srgbClr val="C8C9CA"/>
                      </a:solidFill>
                      <a:prstDash val="solid"/>
                    </a:lnB>
                  </a:tcPr>
                </a:tc>
                <a:tc>
                  <a:txBody>
                    <a:bodyPr/>
                    <a:lstStyle/>
                    <a:p>
                      <a:pPr marL="0" marR="0" lvl="0" indent="0" algn="l">
                        <a:lnSpc>
                          <a:spcPct val="110000"/>
                        </a:lnSpc>
                        <a:spcBef>
                          <a:spcPts val="0"/>
                        </a:spcBef>
                        <a:spcAft>
                          <a:spcPts val="0"/>
                        </a:spcAft>
                        <a:buClr>
                          <a:srgbClr val="1F2937"/>
                        </a:buClr>
                        <a:buSzPts val="1200"/>
                        <a:buFont typeface="IBM Plex Sans KR"/>
                        <a:buNone/>
                      </a:pPr>
                      <a:r>
                        <a:rPr sz="1200" b="0" u="none" strike="noStrike" cap="none">
                          <a:solidFill>
                            <a:srgbClr val="222831"/>
                          </a:solidFill>
                          <a:latin typeface="IBM Plex Sans KR"/>
                          <a:ea typeface="IBM Plex Sans KR"/>
                          <a:cs typeface="IBM Plex Sans KR"/>
                        </a:rPr>
                        <a:t>통합본 품질·배포 재현</a:t>
                      </a:r>
                      <a:endParaRPr sz="1200" u="none" strike="noStrike" cap="none">
                        <a:latin typeface="IBM Plex Sans KR"/>
                        <a:ea typeface="IBM Plex Sans KR"/>
                        <a:cs typeface="IBM Plex Sans KR"/>
                      </a:endParaRPr>
                    </a:p>
                  </a:txBody>
                  <a:tcPr marL="53350" marR="53350" marT="53350" marB="53350">
                    <a:lnL w="12700" cmpd="sng">
                      <a:solidFill>
                        <a:srgbClr val="C8C9CA"/>
                      </a:solidFill>
                      <a:prstDash val="solid"/>
                    </a:lnL>
                    <a:lnR w="12700" cmpd="sng">
                      <a:solidFill>
                        <a:srgbClr val="C8C9CA"/>
                      </a:solidFill>
                      <a:prstDash val="solid"/>
                    </a:lnR>
                    <a:lnT w="12700" cmpd="sng">
                      <a:solidFill>
                        <a:srgbClr val="C8C9CA"/>
                      </a:solidFill>
                      <a:prstDash val="solid"/>
                    </a:lnT>
                    <a:lnB w="12700" cmpd="sng">
                      <a:solidFill>
                        <a:srgbClr val="C8C9CA"/>
                      </a:solidFill>
                      <a:prstDash val="solid"/>
                    </a:lnB>
                  </a:tcPr>
                </a:tc>
                <a:tc>
                  <a:txBody>
                    <a:bodyPr/>
                    <a:lstStyle/>
                    <a:p>
                      <a:pPr marL="0" marR="0" lvl="0" indent="0" algn="l">
                        <a:lnSpc>
                          <a:spcPct val="110000"/>
                        </a:lnSpc>
                        <a:spcBef>
                          <a:spcPts val="0"/>
                        </a:spcBef>
                        <a:spcAft>
                          <a:spcPts val="0"/>
                        </a:spcAft>
                        <a:buClr>
                          <a:srgbClr val="1F2937"/>
                        </a:buClr>
                        <a:buSzPts val="1200"/>
                        <a:buFont typeface="IBM Plex Sans KR"/>
                        <a:buNone/>
                      </a:pPr>
                      <a:r>
                        <a:rPr sz="1200" b="0" u="none" strike="noStrike" cap="none">
                          <a:solidFill>
                            <a:srgbClr val="222831"/>
                          </a:solidFill>
                          <a:latin typeface="IBM Plex Sans KR"/>
                          <a:ea typeface="IBM Plex Sans KR"/>
                          <a:cs typeface="IBM Plex Sans KR"/>
                        </a:rPr>
                        <a:t>상</a:t>
                      </a:r>
                      <a:endParaRPr sz="1200" u="none" strike="noStrike" cap="none">
                        <a:latin typeface="IBM Plex Sans KR"/>
                        <a:ea typeface="IBM Plex Sans KR"/>
                        <a:cs typeface="IBM Plex Sans KR"/>
                      </a:endParaRPr>
                    </a:p>
                  </a:txBody>
                  <a:tcPr marL="53350" marR="53350" marT="53350" marB="53350">
                    <a:lnL w="12700" cmpd="sng">
                      <a:solidFill>
                        <a:srgbClr val="C8C9CA"/>
                      </a:solidFill>
                      <a:prstDash val="solid"/>
                    </a:lnL>
                    <a:lnR w="12700" cmpd="sng">
                      <a:solidFill>
                        <a:srgbClr val="C8C9CA"/>
                      </a:solidFill>
                      <a:prstDash val="solid"/>
                    </a:lnR>
                    <a:lnT w="12700" cmpd="sng">
                      <a:solidFill>
                        <a:srgbClr val="C8C9CA"/>
                      </a:solidFill>
                      <a:prstDash val="solid"/>
                    </a:lnT>
                    <a:lnB w="12700" cmpd="sng">
                      <a:solidFill>
                        <a:srgbClr val="C8C9CA"/>
                      </a:solidFill>
                      <a:prstDash val="solid"/>
                    </a:lnB>
                  </a:tcPr>
                </a:tc>
                <a:tc>
                  <a:txBody>
                    <a:bodyPr/>
                    <a:lstStyle/>
                    <a:p>
                      <a:pPr marL="0" marR="0" lvl="0" indent="0" algn="l">
                        <a:lnSpc>
                          <a:spcPct val="110000"/>
                        </a:lnSpc>
                        <a:spcBef>
                          <a:spcPts val="0"/>
                        </a:spcBef>
                        <a:spcAft>
                          <a:spcPts val="0"/>
                        </a:spcAft>
                        <a:buClr>
                          <a:srgbClr val="1F2937"/>
                        </a:buClr>
                        <a:buSzPts val="1200"/>
                        <a:buFont typeface="IBM Plex Sans KR"/>
                        <a:buNone/>
                      </a:pPr>
                      <a:r>
                        <a:rPr sz="1200" b="0" u="none" strike="noStrike" cap="none">
                          <a:solidFill>
                            <a:srgbClr val="222831"/>
                          </a:solidFill>
                          <a:latin typeface="IBM Plex Sans KR"/>
                          <a:ea typeface="IBM Plex Sans KR"/>
                          <a:cs typeface="IBM Plex Sans KR"/>
                        </a:rPr>
                        <a:t>엔진 응답 회복 후</a:t>
                      </a:r>
                      <a:endParaRPr sz="1200" u="none" strike="noStrike" cap="none">
                        <a:latin typeface="IBM Plex Sans KR"/>
                        <a:ea typeface="IBM Plex Sans KR"/>
                        <a:cs typeface="IBM Plex Sans KR"/>
                      </a:endParaRPr>
                    </a:p>
                  </a:txBody>
                  <a:tcPr marL="53350" marR="53350" marT="53350" marB="53350">
                    <a:lnL w="12700" cmpd="sng">
                      <a:solidFill>
                        <a:srgbClr val="C8C9CA"/>
                      </a:solidFill>
                      <a:prstDash val="solid"/>
                    </a:lnL>
                    <a:lnR w="12700" cmpd="sng">
                      <a:solidFill>
                        <a:srgbClr val="C8C9CA"/>
                      </a:solidFill>
                      <a:prstDash val="solid"/>
                    </a:lnR>
                    <a:lnT w="12700" cmpd="sng">
                      <a:solidFill>
                        <a:srgbClr val="C8C9CA"/>
                      </a:solidFill>
                      <a:prstDash val="solid"/>
                    </a:lnT>
                    <a:lnB w="12700" cmpd="sng">
                      <a:solidFill>
                        <a:srgbClr val="C8C9CA"/>
                      </a:solidFill>
                      <a:prstDash val="solid"/>
                    </a:lnB>
                  </a:tcPr>
                </a:tc>
              </a:tr>
              <a:tr h="457200">
                <a:tc>
                  <a:txBody>
                    <a:bodyPr/>
                    <a:lstStyle/>
                    <a:p>
                      <a:pPr marL="0" marR="0" lvl="0" indent="0" algn="l">
                        <a:lnSpc>
                          <a:spcPct val="110000"/>
                        </a:lnSpc>
                        <a:spcBef>
                          <a:spcPts val="0"/>
                        </a:spcBef>
                        <a:spcAft>
                          <a:spcPts val="0"/>
                        </a:spcAft>
                        <a:buClr>
                          <a:srgbClr val="1F2937"/>
                        </a:buClr>
                        <a:buSzPts val="1200"/>
                        <a:buFont typeface="IBM Plex Sans KR"/>
                        <a:buNone/>
                      </a:pPr>
                      <a:r>
                        <a:rPr sz="1200" b="0" u="none" strike="noStrike" cap="none">
                          <a:solidFill>
                            <a:srgbClr val="222831"/>
                          </a:solidFill>
                          <a:latin typeface="IBM Plex Sans KR"/>
                          <a:ea typeface="IBM Plex Sans KR"/>
                          <a:cs typeface="IBM Plex Sans KR"/>
                        </a:rPr>
                        <a:t>독립 검색 평가·실제 개설 자료</a:t>
                      </a:r>
                      <a:endParaRPr sz="1200" u="none" strike="noStrike" cap="none">
                        <a:latin typeface="IBM Plex Sans KR"/>
                        <a:ea typeface="IBM Plex Sans KR"/>
                        <a:cs typeface="IBM Plex Sans KR"/>
                      </a:endParaRPr>
                    </a:p>
                  </a:txBody>
                  <a:tcPr marL="53350" marR="53350" marT="53350" marB="53350">
                    <a:lnL w="12700" cmpd="sng">
                      <a:solidFill>
                        <a:srgbClr val="C8C9CA"/>
                      </a:solidFill>
                      <a:prstDash val="solid"/>
                    </a:lnL>
                    <a:lnR w="12700" cmpd="sng">
                      <a:solidFill>
                        <a:srgbClr val="C8C9CA"/>
                      </a:solidFill>
                      <a:prstDash val="solid"/>
                    </a:lnR>
                    <a:lnT w="12700" cmpd="sng">
                      <a:solidFill>
                        <a:srgbClr val="C8C9CA"/>
                      </a:solidFill>
                      <a:prstDash val="solid"/>
                    </a:lnT>
                    <a:lnB w="12700" cmpd="sng">
                      <a:solidFill>
                        <a:srgbClr val="C8C9CA"/>
                      </a:solidFill>
                      <a:prstDash val="solid"/>
                    </a:lnB>
                  </a:tcPr>
                </a:tc>
                <a:tc>
                  <a:txBody>
                    <a:bodyPr/>
                    <a:lstStyle/>
                    <a:p>
                      <a:pPr marL="0" marR="0" lvl="0" indent="0" algn="l">
                        <a:lnSpc>
                          <a:spcPct val="110000"/>
                        </a:lnSpc>
                        <a:spcBef>
                          <a:spcPts val="0"/>
                        </a:spcBef>
                        <a:spcAft>
                          <a:spcPts val="0"/>
                        </a:spcAft>
                        <a:buClr>
                          <a:srgbClr val="1F2937"/>
                        </a:buClr>
                        <a:buSzPts val="1200"/>
                        <a:buFont typeface="IBM Plex Sans KR"/>
                        <a:buNone/>
                      </a:pPr>
                      <a:r>
                        <a:rPr sz="1200" b="0" u="none" strike="noStrike" cap="none">
                          <a:solidFill>
                            <a:srgbClr val="222831"/>
                          </a:solidFill>
                          <a:latin typeface="IBM Plex Sans KR"/>
                          <a:ea typeface="IBM Plex Sans KR"/>
                          <a:cs typeface="IBM Plex Sans KR"/>
                        </a:rPr>
                        <a:t>회수 실패와 계획 불확실성 감소</a:t>
                      </a:r>
                      <a:endParaRPr sz="1200" u="none" strike="noStrike" cap="none">
                        <a:latin typeface="IBM Plex Sans KR"/>
                        <a:ea typeface="IBM Plex Sans KR"/>
                        <a:cs typeface="IBM Plex Sans KR"/>
                      </a:endParaRPr>
                    </a:p>
                  </a:txBody>
                  <a:tcPr marL="53350" marR="53350" marT="53350" marB="53350">
                    <a:lnL w="12700" cmpd="sng">
                      <a:solidFill>
                        <a:srgbClr val="C8C9CA"/>
                      </a:solidFill>
                      <a:prstDash val="solid"/>
                    </a:lnL>
                    <a:lnR w="12700" cmpd="sng">
                      <a:solidFill>
                        <a:srgbClr val="C8C9CA"/>
                      </a:solidFill>
                      <a:prstDash val="solid"/>
                    </a:lnR>
                    <a:lnT w="12700" cmpd="sng">
                      <a:solidFill>
                        <a:srgbClr val="C8C9CA"/>
                      </a:solidFill>
                      <a:prstDash val="solid"/>
                    </a:lnT>
                    <a:lnB w="12700" cmpd="sng">
                      <a:solidFill>
                        <a:srgbClr val="C8C9CA"/>
                      </a:solidFill>
                      <a:prstDash val="solid"/>
                    </a:lnB>
                  </a:tcPr>
                </a:tc>
                <a:tc>
                  <a:txBody>
                    <a:bodyPr/>
                    <a:lstStyle/>
                    <a:p>
                      <a:pPr marL="0" marR="0" lvl="0" indent="0" algn="l">
                        <a:lnSpc>
                          <a:spcPct val="110000"/>
                        </a:lnSpc>
                        <a:spcBef>
                          <a:spcPts val="0"/>
                        </a:spcBef>
                        <a:spcAft>
                          <a:spcPts val="0"/>
                        </a:spcAft>
                        <a:buClr>
                          <a:srgbClr val="1F2937"/>
                        </a:buClr>
                        <a:buSzPts val="1200"/>
                        <a:buFont typeface="IBM Plex Sans KR"/>
                        <a:buNone/>
                      </a:pPr>
                      <a:r>
                        <a:rPr sz="1200" b="0" u="none" strike="noStrike" cap="none">
                          <a:solidFill>
                            <a:srgbClr val="222831"/>
                          </a:solidFill>
                          <a:latin typeface="IBM Plex Sans KR"/>
                          <a:ea typeface="IBM Plex Sans KR"/>
                          <a:cs typeface="IBM Plex Sans KR"/>
                        </a:rPr>
                        <a:t>중</a:t>
                      </a:r>
                      <a:endParaRPr sz="1200" u="none" strike="noStrike" cap="none">
                        <a:latin typeface="IBM Plex Sans KR"/>
                        <a:ea typeface="IBM Plex Sans KR"/>
                        <a:cs typeface="IBM Plex Sans KR"/>
                      </a:endParaRPr>
                    </a:p>
                  </a:txBody>
                  <a:tcPr marL="53350" marR="53350" marT="53350" marB="53350">
                    <a:lnL w="12700" cmpd="sng">
                      <a:solidFill>
                        <a:srgbClr val="C8C9CA"/>
                      </a:solidFill>
                      <a:prstDash val="solid"/>
                    </a:lnL>
                    <a:lnR w="12700" cmpd="sng">
                      <a:solidFill>
                        <a:srgbClr val="C8C9CA"/>
                      </a:solidFill>
                      <a:prstDash val="solid"/>
                    </a:lnR>
                    <a:lnT w="12700" cmpd="sng">
                      <a:solidFill>
                        <a:srgbClr val="C8C9CA"/>
                      </a:solidFill>
                      <a:prstDash val="solid"/>
                    </a:lnT>
                    <a:lnB w="12700" cmpd="sng">
                      <a:solidFill>
                        <a:srgbClr val="C8C9CA"/>
                      </a:solidFill>
                      <a:prstDash val="solid"/>
                    </a:lnB>
                  </a:tcPr>
                </a:tc>
                <a:tc>
                  <a:txBody>
                    <a:bodyPr/>
                    <a:lstStyle/>
                    <a:p>
                      <a:pPr marL="0" marR="0" lvl="0" indent="0" algn="l">
                        <a:lnSpc>
                          <a:spcPct val="110000"/>
                        </a:lnSpc>
                        <a:spcBef>
                          <a:spcPts val="0"/>
                        </a:spcBef>
                        <a:spcAft>
                          <a:spcPts val="0"/>
                        </a:spcAft>
                        <a:buClr>
                          <a:srgbClr val="1F2937"/>
                        </a:buClr>
                        <a:buSzPts val="1200"/>
                        <a:buFont typeface="IBM Plex Sans KR"/>
                        <a:buNone/>
                      </a:pPr>
                      <a:r>
                        <a:rPr sz="1200" b="0" u="none" strike="noStrike" cap="none">
                          <a:solidFill>
                            <a:srgbClr val="222831"/>
                          </a:solidFill>
                          <a:latin typeface="IBM Plex Sans KR"/>
                          <a:ea typeface="IBM Plex Sans KR"/>
                          <a:cs typeface="IBM Plex Sans KR"/>
                        </a:rPr>
                        <a:t>후속 자료 수령 후</a:t>
                      </a:r>
                      <a:endParaRPr sz="1200" u="none" strike="noStrike" cap="none">
                        <a:latin typeface="IBM Plex Sans KR"/>
                        <a:ea typeface="IBM Plex Sans KR"/>
                        <a:cs typeface="IBM Plex Sans KR"/>
                      </a:endParaRPr>
                    </a:p>
                  </a:txBody>
                  <a:tcPr marL="53350" marR="53350" marT="53350" marB="53350">
                    <a:lnL w="12700" cmpd="sng">
                      <a:solidFill>
                        <a:srgbClr val="C8C9CA"/>
                      </a:solidFill>
                      <a:prstDash val="solid"/>
                    </a:lnL>
                    <a:lnR w="12700" cmpd="sng">
                      <a:solidFill>
                        <a:srgbClr val="C8C9CA"/>
                      </a:solidFill>
                      <a:prstDash val="solid"/>
                    </a:lnR>
                    <a:lnT w="12700" cmpd="sng">
                      <a:solidFill>
                        <a:srgbClr val="C8C9CA"/>
                      </a:solidFill>
                      <a:prstDash val="solid"/>
                    </a:lnT>
                    <a:lnB w="12700" cmpd="sng">
                      <a:solidFill>
                        <a:srgbClr val="C8C9CA"/>
                      </a:solidFill>
                      <a:prstDash val="solid"/>
                    </a:lnB>
                  </a:tcPr>
                </a:tc>
              </a:tr>
            </a:tbl>
          </a:graphicData>
        </a:graphic>
      </p:graphicFrame>
      <p:sp>
        <p:nvSpPr>
          <p:cNvPr id="296" name="Google Shape;296;p13">
            <a:extLst xmlns:a="http://schemas.openxmlformats.org/drawingml/2006/main">
              <a:ext uri="{FF2B5EF4-FFF2-40B4-BE49-F238E27FC236}">
                <a16:creationId xmlns:a16="http://schemas.microsoft.com/office/drawing/2014/main" id="{55D55C5A-EAC4-4B1B-8BB7-F0FFE6F471E0}"/>
              </a:ext>
            </a:extLst>
          </p:cNvPr>
          <p:cNvSpPr>
            <a:spLocks xmlns:a="http://schemas.openxmlformats.org/drawingml/2006/main" noGrp="1"/>
          </p:cNvSpPr>
          <p:nvPr/>
        </p:nvSpPr>
        <p:spPr>
          <a:xfrm xmlns:a="http://schemas.openxmlformats.org/drawingml/2006/main">
            <a:off x="812768" y="3476625"/>
            <a:ext cx="10566464" cy="2362200"/>
          </a:xfrm>
          <a:prstGeom xmlns:a="http://schemas.openxmlformats.org/drawingml/2006/main" prst="roundRect">
            <a:avLst>
              <a:gd name="adj" fmla="val 3640"/>
            </a:avLst>
          </a:prstGeom>
          <a:solidFill xmlns:a="http://schemas.openxmlformats.org/drawingml/2006/main">
            <a:srgbClr val="EAF0FD"/>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97" name="Google Shape;297;p13">
            <a:extLst xmlns:a="http://schemas.openxmlformats.org/drawingml/2006/main">
              <a:ext uri="{FF2B5EF4-FFF2-40B4-BE49-F238E27FC236}">
                <a16:creationId xmlns:a16="http://schemas.microsoft.com/office/drawing/2014/main" id="{6A68FC25-7DEC-4E4C-A04F-799E9BC245CA}"/>
              </a:ext>
            </a:extLst>
          </p:cNvPr>
          <p:cNvSpPr>
            <a:spLocks xmlns:a="http://schemas.openxmlformats.org/drawingml/2006/main" noGrp="1"/>
          </p:cNvSpPr>
          <p:nvPr/>
        </p:nvSpPr>
        <p:spPr>
          <a:xfrm xmlns:a="http://schemas.openxmlformats.org/drawingml/2006/main">
            <a:off x="1015937" y="3667125"/>
            <a:ext cx="10464927" cy="22345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fontScale="93990"/>
          </a:bodyPr>
          <a:lstStyle xmlns:a="http://schemas.openxmlformats.org/drawingml/2006/main">
            <a:defPPr algn="l">
              <a:defRPr sz="1200" b="1">
                <a:solidFill>
                  <a:srgbClr val="1D4ED8"/>
                </a:solidFill>
                <a:latin typeface="IBM Plex Sans KR"/>
                <a:ea typeface="IBM Plex Sans KR"/>
                <a:cs typeface="IBM Plex Sans KR"/>
              </a:defRPr>
            </a:defPPr>
            <a:lvl1pPr algn="l">
              <a:defRPr sz="1200" b="1">
                <a:solidFill>
                  <a:srgbClr val="1D4ED8"/>
                </a:solidFill>
                <a:latin typeface="IBM Plex Sans KR"/>
                <a:ea typeface="IBM Plex Sans KR"/>
                <a:cs typeface="IBM Plex Sans KR"/>
              </a:defRPr>
            </a:lvl1pPr>
            <a:lvl2pPr algn="l">
              <a:defRPr sz="1200" b="1">
                <a:solidFill>
                  <a:srgbClr val="1D4ED8"/>
                </a:solidFill>
                <a:latin typeface="IBM Plex Sans KR"/>
                <a:ea typeface="IBM Plex Sans KR"/>
                <a:cs typeface="IBM Plex Sans KR"/>
              </a:defRPr>
            </a:lvl2pPr>
            <a:lvl3pPr algn="l">
              <a:defRPr sz="1200" b="1">
                <a:solidFill>
                  <a:srgbClr val="1D4ED8"/>
                </a:solidFill>
                <a:latin typeface="IBM Plex Sans KR"/>
                <a:ea typeface="IBM Plex Sans KR"/>
                <a:cs typeface="IBM Plex Sans KR"/>
              </a:defRPr>
            </a:lvl3pPr>
            <a:lvl4pPr algn="l">
              <a:defRPr sz="1200" b="1">
                <a:solidFill>
                  <a:srgbClr val="1D4ED8"/>
                </a:solidFill>
                <a:latin typeface="IBM Plex Sans KR"/>
                <a:ea typeface="IBM Plex Sans KR"/>
                <a:cs typeface="IBM Plex Sans KR"/>
              </a:defRPr>
            </a:lvl4pPr>
            <a:lvl5pPr algn="l">
              <a:defRPr sz="1200" b="1">
                <a:solidFill>
                  <a:srgbClr val="1D4ED8"/>
                </a:solidFill>
                <a:latin typeface="IBM Plex Sans KR"/>
                <a:ea typeface="IBM Plex Sans KR"/>
                <a:cs typeface="IBM Plex Sans KR"/>
              </a:defRPr>
            </a:lvl5pPr>
            <a:lvl6pPr algn="l">
              <a:defRPr sz="1200" b="1">
                <a:solidFill>
                  <a:srgbClr val="1D4ED8"/>
                </a:solidFill>
                <a:latin typeface="IBM Plex Sans KR"/>
                <a:ea typeface="IBM Plex Sans KR"/>
                <a:cs typeface="IBM Plex Sans KR"/>
              </a:defRPr>
            </a:lvl6pPr>
            <a:lvl7pPr algn="l">
              <a:defRPr sz="1200" b="1">
                <a:solidFill>
                  <a:srgbClr val="1D4ED8"/>
                </a:solidFill>
                <a:latin typeface="IBM Plex Sans KR"/>
                <a:ea typeface="IBM Plex Sans KR"/>
                <a:cs typeface="IBM Plex Sans KR"/>
              </a:defRPr>
            </a:lvl7pPr>
            <a:lvl8pPr algn="l">
              <a:defRPr sz="1200" b="1">
                <a:solidFill>
                  <a:srgbClr val="1D4ED8"/>
                </a:solidFill>
                <a:latin typeface="IBM Plex Sans KR"/>
                <a:ea typeface="IBM Plex Sans KR"/>
                <a:cs typeface="IBM Plex Sans KR"/>
              </a:defRPr>
            </a:lvl8pPr>
            <a:lvl9pPr algn="l">
              <a:defRPr sz="1200" b="1">
                <a:solidFill>
                  <a:srgbClr val="1D4ED8"/>
                </a:solidFill>
                <a:latin typeface="IBM Plex Sans KR"/>
                <a:ea typeface="IBM Plex Sans KR"/>
                <a:cs typeface="IBM Plex Sans KR"/>
              </a:defRPr>
            </a:lvl9pPr>
          </a:lstStyle>
          <a:p xmlns:a="http://schemas.openxmlformats.org/drawingml/2006/main">
            <a:pPr marL="0" marR="0" lvl="0" indent="0" algn="l">
              <a:lnSpc>
                <a:spcPct val="130000"/>
              </a:lnSpc>
              <a:spcBef>
                <a:spcPts val="0"/>
              </a:spcBef>
              <a:spcAft>
                <a:spcPts val="0"/>
              </a:spcAft>
              <a:buClr>
                <a:srgbClr val="1D4ED8"/>
              </a:buClr>
              <a:buSzPts val="1200"/>
              <a:buFont typeface="IBM Plex Sans KR"/>
              <a:buNone/>
              <a:defRPr sz="1200" b="1">
                <a:solidFill>
                  <a:srgbClr val="1D4ED8"/>
                </a:solidFill>
                <a:latin typeface="IBM Plex Sans KR"/>
                <a:ea typeface="IBM Plex Sans KR"/>
                <a:cs typeface="IBM Plex Sans KR"/>
              </a:defRPr>
            </a:pPr>
            <a:r>
              <a:rPr sz="1200" b="1" i="0" u="none" strike="noStrike" cap="none">
                <a:solidFill>
                  <a:srgbClr val="1D4ED8"/>
                </a:solidFill>
                <a:latin typeface="IBM Plex Sans KR"/>
                <a:ea typeface="IBM Plex Sans KR"/>
                <a:cs typeface="IBM Plex Sans KR"/>
              </a:rPr>
              <a:t>확장이 필요해지는 조건</a:t>
            </a:r>
            <a:endParaRPr sz="1200" b="0" i="0" u="none" strike="noStrike" cap="none">
              <a:solidFill>
                <a:schemeClr val="dk1"/>
              </a:solidFill>
              <a:latin typeface="IBM Plex Sans KR"/>
              <a:ea typeface="IBM Plex Sans KR"/>
              <a:cs typeface="IBM Plex Sans KR"/>
            </a:endParaRPr>
          </a:p>
        </p:txBody>
      </p:sp>
      <p:sp>
        <p:nvSpPr>
          <p:cNvPr id="298" name="Google Shape;298;p13">
            <a:extLst xmlns:a="http://schemas.openxmlformats.org/drawingml/2006/main">
              <a:ext uri="{FF2B5EF4-FFF2-40B4-BE49-F238E27FC236}">
                <a16:creationId xmlns:a16="http://schemas.microsoft.com/office/drawing/2014/main" id="{B4DC8379-C17F-41F7-B46D-ADCB8D44DE25}"/>
              </a:ext>
            </a:extLst>
          </p:cNvPr>
          <p:cNvSpPr>
            <a:spLocks xmlns:a="http://schemas.openxmlformats.org/drawingml/2006/main" noGrp="1"/>
          </p:cNvSpPr>
          <p:nvPr/>
        </p:nvSpPr>
        <p:spPr>
          <a:xfrm xmlns:a="http://schemas.openxmlformats.org/drawingml/2006/main">
            <a:off x="1015937" y="3971925"/>
            <a:ext cx="10464927" cy="76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fontScale="100000"/>
          </a:bodyPr>
          <a:lstStyle xmlns:a="http://schemas.openxmlformats.org/drawingml/2006/main">
            <a:defPPr algn="l">
              <a:defRPr sz="1200">
                <a:solidFill>
                  <a:srgbClr val="1D4ED8"/>
                </a:solidFill>
                <a:latin typeface="IBM Plex Sans KR"/>
                <a:ea typeface="IBM Plex Sans KR"/>
                <a:cs typeface="IBM Plex Sans KR"/>
              </a:defRPr>
            </a:defPPr>
            <a:lvl1pPr algn="l">
              <a:defRPr sz="1200">
                <a:solidFill>
                  <a:srgbClr val="1D4ED8"/>
                </a:solidFill>
                <a:latin typeface="IBM Plex Sans KR"/>
                <a:ea typeface="IBM Plex Sans KR"/>
                <a:cs typeface="IBM Plex Sans KR"/>
              </a:defRPr>
            </a:lvl1pPr>
            <a:lvl2pPr algn="l">
              <a:defRPr sz="1200">
                <a:solidFill>
                  <a:srgbClr val="1D4ED8"/>
                </a:solidFill>
                <a:latin typeface="IBM Plex Sans KR"/>
                <a:ea typeface="IBM Plex Sans KR"/>
                <a:cs typeface="IBM Plex Sans KR"/>
              </a:defRPr>
            </a:lvl2pPr>
            <a:lvl3pPr algn="l">
              <a:defRPr sz="1200">
                <a:solidFill>
                  <a:srgbClr val="1D4ED8"/>
                </a:solidFill>
                <a:latin typeface="IBM Plex Sans KR"/>
                <a:ea typeface="IBM Plex Sans KR"/>
                <a:cs typeface="IBM Plex Sans KR"/>
              </a:defRPr>
            </a:lvl3pPr>
            <a:lvl4pPr algn="l">
              <a:defRPr sz="1200">
                <a:solidFill>
                  <a:srgbClr val="1D4ED8"/>
                </a:solidFill>
                <a:latin typeface="IBM Plex Sans KR"/>
                <a:ea typeface="IBM Plex Sans KR"/>
                <a:cs typeface="IBM Plex Sans KR"/>
              </a:defRPr>
            </a:lvl4pPr>
            <a:lvl5pPr algn="l">
              <a:defRPr sz="1200">
                <a:solidFill>
                  <a:srgbClr val="1D4ED8"/>
                </a:solidFill>
                <a:latin typeface="IBM Plex Sans KR"/>
                <a:ea typeface="IBM Plex Sans KR"/>
                <a:cs typeface="IBM Plex Sans KR"/>
              </a:defRPr>
            </a:lvl5pPr>
            <a:lvl6pPr algn="l">
              <a:defRPr sz="1200">
                <a:solidFill>
                  <a:srgbClr val="1D4ED8"/>
                </a:solidFill>
                <a:latin typeface="IBM Plex Sans KR"/>
                <a:ea typeface="IBM Plex Sans KR"/>
                <a:cs typeface="IBM Plex Sans KR"/>
              </a:defRPr>
            </a:lvl6pPr>
            <a:lvl7pPr algn="l">
              <a:defRPr sz="1200">
                <a:solidFill>
                  <a:srgbClr val="1D4ED8"/>
                </a:solidFill>
                <a:latin typeface="IBM Plex Sans KR"/>
                <a:ea typeface="IBM Plex Sans KR"/>
                <a:cs typeface="IBM Plex Sans KR"/>
              </a:defRPr>
            </a:lvl7pPr>
            <a:lvl8pPr algn="l">
              <a:defRPr sz="1200">
                <a:solidFill>
                  <a:srgbClr val="1D4ED8"/>
                </a:solidFill>
                <a:latin typeface="IBM Plex Sans KR"/>
                <a:ea typeface="IBM Plex Sans KR"/>
                <a:cs typeface="IBM Plex Sans KR"/>
              </a:defRPr>
            </a:lvl8pPr>
            <a:lvl9pPr algn="l">
              <a:defRPr sz="1200">
                <a:solidFill>
                  <a:srgbClr val="1D4ED8"/>
                </a:solidFill>
                <a:latin typeface="IBM Plex Sans KR"/>
                <a:ea typeface="IBM Plex Sans KR"/>
                <a:cs typeface="IBM Plex Sans KR"/>
              </a:defRPr>
            </a:lvl9pPr>
          </a:lstStyle>
          <a:p xmlns:a="http://schemas.openxmlformats.org/drawingml/2006/main">
            <a:pPr marL="0" marR="0" lvl="0" indent="0" algn="l">
              <a:lnSpc>
                <a:spcPct val="150000"/>
              </a:lnSpc>
              <a:spcBef>
                <a:spcPts val="0"/>
              </a:spcBef>
              <a:spcAft>
                <a:spcPts val="0"/>
              </a:spcAft>
              <a:buClr>
                <a:srgbClr val="1D4ED8"/>
              </a:buClr>
              <a:buSzPts val="1200"/>
              <a:buFont typeface="IBM Plex Sans KR"/>
              <a:buNone/>
              <a:defRPr sz="1200">
                <a:solidFill>
                  <a:srgbClr val="1D4ED8"/>
                </a:solidFill>
                <a:latin typeface="IBM Plex Sans KR"/>
                <a:ea typeface="IBM Plex Sans KR"/>
                <a:cs typeface="IBM Plex Sans KR"/>
              </a:defRPr>
            </a:pPr>
            <a:r>
              <a:rPr sz="1200" b="0" i="0" u="none" strike="noStrike" cap="none">
                <a:solidFill>
                  <a:srgbClr val="1D4ED8"/>
                </a:solidFill>
                <a:latin typeface="IBM Plex Sans KR"/>
                <a:ea typeface="IBM Plex Sans KR"/>
                <a:cs typeface="IBM Plex Sans KR"/>
              </a:rPr>
              <a:t>학생별 영구 이력이 필요하면 SQL, 여러 서버가 세션을 공유하면 Redis를 검토한다.</a:t>
            </a:r>
            <a:endParaRPr sz="1200" b="0" i="0" u="none" strike="noStrike" cap="none">
              <a:solidFill>
                <a:schemeClr val="dk1"/>
              </a:solidFill>
              <a:latin typeface="IBM Plex Sans KR"/>
              <a:ea typeface="IBM Plex Sans KR"/>
              <a:cs typeface="IBM Plex Sans KR"/>
            </a:endParaRPr>
          </a:p>
          <a:p xmlns:a="http://schemas.openxmlformats.org/drawingml/2006/main">
            <a:pPr marL="0" marR="0" lvl="0" indent="0" algn="l">
              <a:lnSpc>
                <a:spcPct val="150000"/>
              </a:lnSpc>
              <a:spcBef>
                <a:spcPts val="0"/>
              </a:spcBef>
              <a:spcAft>
                <a:spcPts val="0"/>
              </a:spcAft>
              <a:buClr>
                <a:srgbClr val="1D4ED8"/>
              </a:buClr>
              <a:buSzPts val="1200"/>
              <a:buFont typeface="IBM Plex Sans KR"/>
              <a:buNone/>
              <a:defRPr sz="1200">
                <a:solidFill>
                  <a:srgbClr val="1D4ED8"/>
                </a:solidFill>
                <a:latin typeface="IBM Plex Sans KR"/>
                <a:ea typeface="IBM Plex Sans KR"/>
                <a:cs typeface="IBM Plex Sans KR"/>
              </a:defRPr>
            </a:pPr>
            <a:r>
              <a:rPr sz="1200" b="0" i="0" u="none" strike="noStrike" cap="none">
                <a:solidFill>
                  <a:srgbClr val="1D4ED8"/>
                </a:solidFill>
                <a:latin typeface="IBM Plex Sans KR"/>
                <a:ea typeface="IBM Plex Sans KR"/>
                <a:cs typeface="IBM Plex Sans KR"/>
              </a:rPr>
              <a:t>현재는 공개 규정 색인과 가상 학생의 일시적 세션으로 범위를 제한한다.</a:t>
            </a:r>
            <a:endParaRPr sz="1200" b="0" i="0" u="none" strike="noStrike" cap="none">
              <a:solidFill>
                <a:schemeClr val="dk1"/>
              </a:solidFill>
              <a:latin typeface="IBM Plex Sans KR"/>
              <a:ea typeface="IBM Plex Sans KR"/>
              <a:cs typeface="IBM Plex Sans KR"/>
            </a:endParaRPr>
          </a:p>
        </p:txBody>
      </p:sp>
      <p:sp>
        <p:nvSpPr>
          <p:cNvPr id="299" name="Google Shape;299;p13">
            <a:extLst xmlns:a="http://schemas.openxmlformats.org/drawingml/2006/main">
              <a:ext uri="{FF2B5EF4-FFF2-40B4-BE49-F238E27FC236}">
                <a16:creationId xmlns:a16="http://schemas.microsoft.com/office/drawing/2014/main" id="{BCE4B0DE-4FDA-4656-85FB-C28B408BAD2F}"/>
              </a:ext>
            </a:extLst>
          </p:cNvPr>
          <p:cNvSpPr>
            <a:spLocks xmlns:a="http://schemas.openxmlformats.org/drawingml/2006/main" noGrp="1"/>
          </p:cNvSpPr>
          <p:nvPr/>
        </p:nvSpPr>
        <p:spPr>
          <a:xfrm xmlns:a="http://schemas.openxmlformats.org/drawingml/2006/main">
            <a:off x="812752" y="6238335"/>
            <a:ext cx="2518641" cy="23869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marR="0" lvl="0" indent="0" algn="l">
              <a:lnSpc>
                <a:spcPct val="140000"/>
              </a:lnSpc>
              <a:spcBef>
                <a:spcPts val="0"/>
              </a:spcBef>
              <a:spcAft>
                <a:spcPts val="0"/>
              </a:spcAft>
              <a:buClr>
                <a:srgbClr val="1F2937"/>
              </a:buClr>
              <a:buSzPts val="1200"/>
              <a:buFont typeface="IBM Plex Sans KR"/>
              <a:buNone/>
            </a:pPr>
            <a:r>
              <a:rPr sz="1200" b="0" i="0" u="none" strike="noStrike" cap="none">
                <a:solidFill>
                  <a:srgbClr val="1F2937"/>
                </a:solidFill>
                <a:latin typeface="IBM Plex Sans KR"/>
                <a:ea typeface="IBM Plex Sans KR"/>
                <a:cs typeface="IBM Plex Sans KR"/>
              </a:rPr>
              <a:t>AI Agent 미니 프로젝트 결과 발표</a:t>
            </a:r>
            <a:endParaRPr sz="1200" b="0" i="0" u="none" strike="noStrike" cap="none">
              <a:solidFill>
                <a:schemeClr val="dk1"/>
              </a:solidFill>
              <a:latin typeface="IBM Plex Sans KR"/>
              <a:ea typeface="IBM Plex Sans KR"/>
              <a:cs typeface="IBM Plex Sans KR"/>
            </a:endParaRPr>
          </a:p>
        </p:txBody>
      </p:sp>
      <p:sp>
        <p:nvSpPr>
          <p:cNvPr id="300" name="Google Shape;300;p13">
            <a:extLst xmlns:a="http://schemas.openxmlformats.org/drawingml/2006/main">
              <a:ext uri="{FF2B5EF4-FFF2-40B4-BE49-F238E27FC236}">
                <a16:creationId xmlns:a16="http://schemas.microsoft.com/office/drawing/2014/main" id="{D5A7DA34-4233-4C9D-8526-D3693A4C7FF9}"/>
              </a:ext>
            </a:extLst>
          </p:cNvPr>
          <p:cNvSpPr>
            <a:spLocks xmlns:a="http://schemas.openxmlformats.org/drawingml/2006/main" noGrp="1"/>
          </p:cNvSpPr>
          <p:nvPr/>
        </p:nvSpPr>
        <p:spPr>
          <a:xfrm xmlns:a="http://schemas.openxmlformats.org/drawingml/2006/main">
            <a:off x="10883154" y="6238335"/>
            <a:ext cx="595312" cy="23869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marR="0" lvl="0" indent="0" algn="l">
              <a:lnSpc>
                <a:spcPct val="140000"/>
              </a:lnSpc>
              <a:spcBef>
                <a:spcPts val="0"/>
              </a:spcBef>
              <a:spcAft>
                <a:spcPts val="0"/>
              </a:spcAft>
              <a:buClr>
                <a:srgbClr val="1F2937"/>
              </a:buClr>
              <a:buSzPts val="1200"/>
              <a:buFont typeface="IBM Plex Sans KR"/>
              <a:buNone/>
            </a:pPr>
            <a:r>
              <a:rPr sz="1200" b="0" i="0" u="none" strike="noStrike" cap="none">
                <a:solidFill>
                  <a:srgbClr val="1F2937"/>
                </a:solidFill>
                <a:latin typeface="IBM Plex Sans KR"/>
                <a:ea typeface="IBM Plex Sans KR"/>
                <a:cs typeface="IBM Plex Sans KR"/>
              </a:rPr>
              <a:t>13 / 14</a:t>
            </a:r>
            <a:endParaRPr sz="1200" b="0" i="0" u="none" strike="noStrike" cap="none">
              <a:solidFill>
                <a:schemeClr val="dk1"/>
              </a:solidFill>
              <a:latin typeface="IBM Plex Sans KR"/>
              <a:ea typeface="IBM Plex Sans KR"/>
              <a:cs typeface="IBM Plex Sans KR"/>
            </a:endParaRPr>
          </a:p>
        </p:txBody>
      </p:sp>
    </p:spTree>
    <p:extLst>
      <p:ext uri="{BB962C8B-B14F-4D97-AF65-F5344CB8AC3E}">
        <p14:creationId xmlns:p14="http://schemas.microsoft.com/office/powerpoint/2010/main" val="1329317387"/>
      </p:ext>
    </p:extLst>
  </p:cSld>
</p:sld>
</file>

<file path=ppt/slides/slide14.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306" name="Google Shape;306;p14">
            <a:extLst xmlns:a="http://schemas.openxmlformats.org/drawingml/2006/main">
              <a:ext uri="{FF2B5EF4-FFF2-40B4-BE49-F238E27FC236}">
                <a16:creationId xmlns:a16="http://schemas.microsoft.com/office/drawing/2014/main" id="{9A5DF946-2200-41AF-92CC-48B12F66CDEB}"/>
              </a:ext>
            </a:extLst>
          </p:cNvPr>
          <p:cNvSpPr>
            <a:spLocks xmlns:a="http://schemas.openxmlformats.org/drawingml/2006/main" noGrp="1"/>
          </p:cNvSpPr>
          <p:nvPr/>
        </p:nvSpPr>
        <p:spPr>
          <a:xfrm xmlns:a="http://schemas.openxmlformats.org/drawingml/2006/main">
            <a:off x="7492999" y="952500"/>
            <a:ext cx="3302000" cy="3302000"/>
          </a:xfrm>
          <a:prstGeom xmlns:a="http://schemas.openxmlformats.org/drawingml/2006/main" prst="roundRect">
            <a:avLst>
              <a:gd name="adj" fmla="val 49231"/>
            </a:avLst>
          </a:prstGeom>
          <a:solidFill xmlns:a="http://schemas.openxmlformats.org/drawingml/2006/main">
            <a:srgbClr val="EAF0FD"/>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07" name="Google Shape;307;p14">
            <a:extLst xmlns:a="http://schemas.openxmlformats.org/drawingml/2006/main">
              <a:ext uri="{FF2B5EF4-FFF2-40B4-BE49-F238E27FC236}">
                <a16:creationId xmlns:a16="http://schemas.microsoft.com/office/drawing/2014/main" id="{19ABDC33-1A98-4982-AEE0-0EBEDFD2D0C4}"/>
              </a:ext>
            </a:extLst>
          </p:cNvPr>
          <p:cNvSpPr>
            <a:spLocks xmlns:a="http://schemas.openxmlformats.org/drawingml/2006/main" noGrp="1"/>
          </p:cNvSpPr>
          <p:nvPr/>
        </p:nvSpPr>
        <p:spPr>
          <a:xfrm xmlns:a="http://schemas.openxmlformats.org/drawingml/2006/main">
            <a:off x="6730999" y="3302000"/>
            <a:ext cx="1524000" cy="1524000"/>
          </a:xfrm>
          <a:prstGeom xmlns:a="http://schemas.openxmlformats.org/drawingml/2006/main" prst="roundRect">
            <a:avLst>
              <a:gd name="adj" fmla="val 50000"/>
            </a:avLst>
          </a:prstGeom>
          <a:solidFill xmlns:a="http://schemas.openxmlformats.org/drawingml/2006/main">
            <a:srgbClr val="1D4ED8"/>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08" name="Google Shape;308;p14">
            <a:extLst xmlns:a="http://schemas.openxmlformats.org/drawingml/2006/main">
              <a:ext uri="{FF2B5EF4-FFF2-40B4-BE49-F238E27FC236}">
                <a16:creationId xmlns:a16="http://schemas.microsoft.com/office/drawing/2014/main" id="{CDB16EBE-DE4D-49D6-8DC3-E1744637FBDA}"/>
              </a:ext>
            </a:extLst>
          </p:cNvPr>
          <p:cNvSpPr>
            <a:spLocks xmlns:a="http://schemas.openxmlformats.org/drawingml/2006/main" noGrp="1"/>
          </p:cNvSpPr>
          <p:nvPr>
            <p:ph type="title" idx="0"/>
          </p:nvPr>
        </p:nvSpPr>
        <p:spPr>
          <a:xfrm xmlns:a="http://schemas.openxmlformats.org/drawingml/2006/main">
            <a:off x="812752" y="2576860"/>
            <a:ext cx="10883490" cy="63875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lvl="0" indent="0" algn="l">
              <a:lnSpc>
                <a:spcPct val="115000"/>
              </a:lnSpc>
              <a:spcBef>
                <a:spcPts val="0"/>
              </a:spcBef>
              <a:spcAft>
                <a:spcPts val="0"/>
              </a:spcAft>
              <a:buClr>
                <a:srgbClr val="1F2937"/>
              </a:buClr>
              <a:buSzPts val="4200"/>
              <a:buFont typeface="IBM Plex Sans KR"/>
              <a:buNone/>
            </a:pPr>
            <a:r>
              <a:rPr sz="4200" b="1" i="0">
                <a:solidFill>
                  <a:srgbClr val="1F2937"/>
                </a:solidFill>
                <a:latin typeface="IBM Plex Sans KR"/>
                <a:ea typeface="IBM Plex Sans KR"/>
                <a:cs typeface="IBM Plex Sans KR"/>
              </a:rPr>
              <a:t>감사합니다</a:t>
            </a:r>
            <a:endParaRPr sz="4200"/>
          </a:p>
        </p:txBody>
      </p:sp>
      <p:sp>
        <p:nvSpPr>
          <p:cNvPr id="309" name="Google Shape;309;p14">
            <a:extLst xmlns:a="http://schemas.openxmlformats.org/drawingml/2006/main">
              <a:ext uri="{FF2B5EF4-FFF2-40B4-BE49-F238E27FC236}">
                <a16:creationId xmlns:a16="http://schemas.microsoft.com/office/drawing/2014/main" id="{E4DFFD4F-BFD7-429D-A101-98D3B8E5D623}"/>
              </a:ext>
            </a:extLst>
          </p:cNvPr>
          <p:cNvSpPr>
            <a:spLocks xmlns:a="http://schemas.openxmlformats.org/drawingml/2006/main" noGrp="1"/>
          </p:cNvSpPr>
          <p:nvPr/>
        </p:nvSpPr>
        <p:spPr>
          <a:xfrm xmlns:a="http://schemas.openxmlformats.org/drawingml/2006/main">
            <a:off x="812752" y="3367968"/>
            <a:ext cx="10883490" cy="30982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marR="0" lvl="0" indent="0" algn="l">
              <a:lnSpc>
                <a:spcPct val="140000"/>
              </a:lnSpc>
              <a:spcBef>
                <a:spcPts val="0"/>
              </a:spcBef>
              <a:spcAft>
                <a:spcPts val="0"/>
              </a:spcAft>
              <a:buClr>
                <a:srgbClr val="1D4ED8"/>
              </a:buClr>
              <a:buSzPts val="1600"/>
              <a:buFont typeface="IBM Plex Sans KR"/>
              <a:buNone/>
            </a:pPr>
            <a:r>
              <a:rPr sz="1600" b="1" i="0" u="none" strike="noStrike" cap="none">
                <a:solidFill>
                  <a:srgbClr val="1D4ED8"/>
                </a:solidFill>
                <a:latin typeface="IBM Plex Sans KR"/>
                <a:ea typeface="IBM Plex Sans KR"/>
                <a:cs typeface="IBM Plex Sans KR"/>
              </a:rPr>
              <a:t>질문을 받겠습니다</a:t>
            </a:r>
            <a:endParaRPr sz="1600" b="0" i="0" u="none" strike="noStrike" cap="none">
              <a:solidFill>
                <a:schemeClr val="dk1"/>
              </a:solidFill>
              <a:latin typeface="IBM Plex Sans KR"/>
              <a:ea typeface="IBM Plex Sans KR"/>
              <a:cs typeface="IBM Plex Sans KR"/>
            </a:endParaRPr>
          </a:p>
        </p:txBody>
      </p:sp>
      <p:sp>
        <p:nvSpPr>
          <p:cNvPr id="310" name="Google Shape;310;p14">
            <a:extLst xmlns:a="http://schemas.openxmlformats.org/drawingml/2006/main">
              <a:ext uri="{FF2B5EF4-FFF2-40B4-BE49-F238E27FC236}">
                <a16:creationId xmlns:a16="http://schemas.microsoft.com/office/drawing/2014/main" id="{B8C3E11A-7297-4F8E-9E52-6D27ACC23157}"/>
              </a:ext>
            </a:extLst>
          </p:cNvPr>
          <p:cNvSpPr>
            <a:spLocks xmlns:a="http://schemas.openxmlformats.org/drawingml/2006/main" noGrp="1"/>
          </p:cNvSpPr>
          <p:nvPr/>
        </p:nvSpPr>
        <p:spPr>
          <a:xfrm xmlns:a="http://schemas.openxmlformats.org/drawingml/2006/main">
            <a:off x="812752" y="3830141"/>
            <a:ext cx="10883490" cy="2730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fontScale="91892"/>
          </a:bodyPr>
          <a:lstStyle xmlns:a="http://schemas.openxmlformats.org/drawingml/2006/main">
            <a:defPPr algn="l">
              <a:defRPr sz="1300">
                <a:solidFill>
                  <a:srgbClr val="1F2937"/>
                </a:solidFill>
                <a:latin typeface="IBM Plex Sans KR"/>
                <a:ea typeface="IBM Plex Sans KR"/>
                <a:cs typeface="IBM Plex Sans KR"/>
              </a:defRPr>
            </a:defPPr>
            <a:lvl1pPr algn="l">
              <a:defRPr sz="1300">
                <a:solidFill>
                  <a:srgbClr val="1F2937"/>
                </a:solidFill>
                <a:latin typeface="IBM Plex Sans KR"/>
                <a:ea typeface="IBM Plex Sans KR"/>
                <a:cs typeface="IBM Plex Sans KR"/>
              </a:defRPr>
            </a:lvl1pPr>
            <a:lvl2pPr algn="l">
              <a:defRPr sz="1300">
                <a:solidFill>
                  <a:srgbClr val="1F2937"/>
                </a:solidFill>
                <a:latin typeface="IBM Plex Sans KR"/>
                <a:ea typeface="IBM Plex Sans KR"/>
                <a:cs typeface="IBM Plex Sans KR"/>
              </a:defRPr>
            </a:lvl2pPr>
            <a:lvl3pPr algn="l">
              <a:defRPr sz="1300">
                <a:solidFill>
                  <a:srgbClr val="1F2937"/>
                </a:solidFill>
                <a:latin typeface="IBM Plex Sans KR"/>
                <a:ea typeface="IBM Plex Sans KR"/>
                <a:cs typeface="IBM Plex Sans KR"/>
              </a:defRPr>
            </a:lvl3pPr>
            <a:lvl4pPr algn="l">
              <a:defRPr sz="1300">
                <a:solidFill>
                  <a:srgbClr val="1F2937"/>
                </a:solidFill>
                <a:latin typeface="IBM Plex Sans KR"/>
                <a:ea typeface="IBM Plex Sans KR"/>
                <a:cs typeface="IBM Plex Sans KR"/>
              </a:defRPr>
            </a:lvl4pPr>
            <a:lvl5pPr algn="l">
              <a:defRPr sz="1300">
                <a:solidFill>
                  <a:srgbClr val="1F2937"/>
                </a:solidFill>
                <a:latin typeface="IBM Plex Sans KR"/>
                <a:ea typeface="IBM Plex Sans KR"/>
                <a:cs typeface="IBM Plex Sans KR"/>
              </a:defRPr>
            </a:lvl5pPr>
            <a:lvl6pPr algn="l">
              <a:defRPr sz="1300">
                <a:solidFill>
                  <a:srgbClr val="1F2937"/>
                </a:solidFill>
                <a:latin typeface="IBM Plex Sans KR"/>
                <a:ea typeface="IBM Plex Sans KR"/>
                <a:cs typeface="IBM Plex Sans KR"/>
              </a:defRPr>
            </a:lvl6pPr>
            <a:lvl7pPr algn="l">
              <a:defRPr sz="1300">
                <a:solidFill>
                  <a:srgbClr val="1F2937"/>
                </a:solidFill>
                <a:latin typeface="IBM Plex Sans KR"/>
                <a:ea typeface="IBM Plex Sans KR"/>
                <a:cs typeface="IBM Plex Sans KR"/>
              </a:defRPr>
            </a:lvl7pPr>
            <a:lvl8pPr algn="l">
              <a:defRPr sz="1300">
                <a:solidFill>
                  <a:srgbClr val="1F2937"/>
                </a:solidFill>
                <a:latin typeface="IBM Plex Sans KR"/>
                <a:ea typeface="IBM Plex Sans KR"/>
                <a:cs typeface="IBM Plex Sans KR"/>
              </a:defRPr>
            </a:lvl8pPr>
            <a:lvl9pPr algn="l">
              <a:defRPr sz="1300">
                <a:solidFill>
                  <a:srgbClr val="1F2937"/>
                </a:solidFill>
                <a:latin typeface="IBM Plex Sans KR"/>
                <a:ea typeface="IBM Plex Sans KR"/>
                <a:cs typeface="IBM Plex Sans KR"/>
              </a:defRPr>
            </a:lvl9pPr>
          </a:lstStyle>
          <a:p xmlns:a="http://schemas.openxmlformats.org/drawingml/2006/main">
            <a:pPr marL="0" marR="0" lvl="0" indent="0" algn="l">
              <a:lnSpc>
                <a:spcPct val="150000"/>
              </a:lnSpc>
              <a:spcBef>
                <a:spcPts val="0"/>
              </a:spcBef>
              <a:spcAft>
                <a:spcPts val="0"/>
              </a:spcAft>
              <a:buClr>
                <a:srgbClr val="1F2937"/>
              </a:buClr>
              <a:buSzPts val="1300"/>
              <a:buFont typeface="IBM Plex Sans KR"/>
              <a:buNone/>
              <a:defRPr sz="1300">
                <a:solidFill>
                  <a:srgbClr val="1F2937"/>
                </a:solidFill>
                <a:latin typeface="IBM Plex Sans KR"/>
                <a:ea typeface="IBM Plex Sans KR"/>
                <a:cs typeface="IBM Plex Sans KR"/>
              </a:defRPr>
            </a:pPr>
            <a:r>
              <a:rPr sz="1300" b="0" i="0" u="none" strike="noStrike" cap="none">
                <a:solidFill>
                  <a:srgbClr val="1F2937"/>
                </a:solidFill>
                <a:latin typeface="IBM Plex Sans KR"/>
                <a:ea typeface="IBM Plex Sans KR"/>
                <a:cs typeface="IBM Plex Sans KR"/>
              </a:rPr>
              <a:t>코드·실행법·팀원 원본·발표자료: github.com/on21life-google/jolup-graduation-agent</a:t>
            </a:r>
            <a:endParaRPr sz="1300" b="0" i="0" u="none" strike="noStrike" cap="none">
              <a:solidFill>
                <a:schemeClr val="dk1"/>
              </a:solidFill>
              <a:latin typeface="IBM Plex Sans KR"/>
              <a:ea typeface="IBM Plex Sans KR"/>
              <a:cs typeface="IBM Plex Sans KR"/>
            </a:endParaRPr>
          </a:p>
        </p:txBody>
      </p:sp>
      <p:sp>
        <p:nvSpPr>
          <p:cNvPr id="311" name="Google Shape;311;p14">
            <a:extLst xmlns:a="http://schemas.openxmlformats.org/drawingml/2006/main">
              <a:ext uri="{FF2B5EF4-FFF2-40B4-BE49-F238E27FC236}">
                <a16:creationId xmlns:a16="http://schemas.microsoft.com/office/drawing/2014/main" id="{C301F775-F4FB-4B48-AEE9-135AC3C38989}"/>
              </a:ext>
            </a:extLst>
          </p:cNvPr>
          <p:cNvSpPr>
            <a:spLocks xmlns:a="http://schemas.openxmlformats.org/drawingml/2006/main" noGrp="1"/>
          </p:cNvSpPr>
          <p:nvPr/>
        </p:nvSpPr>
        <p:spPr>
          <a:xfrm xmlns:a="http://schemas.openxmlformats.org/drawingml/2006/main">
            <a:off x="812752" y="6238335"/>
            <a:ext cx="2518641" cy="23869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marR="0" lvl="0" indent="0" algn="l">
              <a:lnSpc>
                <a:spcPct val="140000"/>
              </a:lnSpc>
              <a:spcBef>
                <a:spcPts val="0"/>
              </a:spcBef>
              <a:spcAft>
                <a:spcPts val="0"/>
              </a:spcAft>
              <a:buClr>
                <a:srgbClr val="1F2937"/>
              </a:buClr>
              <a:buSzPts val="1200"/>
              <a:buFont typeface="IBM Plex Sans KR"/>
              <a:buNone/>
            </a:pPr>
            <a:r>
              <a:rPr sz="1200" b="0" i="0" u="none" strike="noStrike" cap="none">
                <a:solidFill>
                  <a:srgbClr val="1F2937"/>
                </a:solidFill>
                <a:latin typeface="IBM Plex Sans KR"/>
                <a:ea typeface="IBM Plex Sans KR"/>
                <a:cs typeface="IBM Plex Sans KR"/>
              </a:rPr>
              <a:t>AI Agent 미니 프로젝트 결과 발표</a:t>
            </a:r>
            <a:endParaRPr sz="1200" b="0" i="0" u="none" strike="noStrike" cap="none">
              <a:solidFill>
                <a:schemeClr val="dk1"/>
              </a:solidFill>
              <a:latin typeface="IBM Plex Sans KR"/>
              <a:ea typeface="IBM Plex Sans KR"/>
              <a:cs typeface="IBM Plex Sans KR"/>
            </a:endParaRPr>
          </a:p>
        </p:txBody>
      </p:sp>
      <p:sp>
        <p:nvSpPr>
          <p:cNvPr id="312" name="Google Shape;312;p14">
            <a:extLst xmlns:a="http://schemas.openxmlformats.org/drawingml/2006/main">
              <a:ext uri="{FF2B5EF4-FFF2-40B4-BE49-F238E27FC236}">
                <a16:creationId xmlns:a16="http://schemas.microsoft.com/office/drawing/2014/main" id="{809AFFCB-ABF3-446F-9634-7A3FA0973530}"/>
              </a:ext>
            </a:extLst>
          </p:cNvPr>
          <p:cNvSpPr>
            <a:spLocks xmlns:a="http://schemas.openxmlformats.org/drawingml/2006/main" noGrp="1"/>
          </p:cNvSpPr>
          <p:nvPr/>
        </p:nvSpPr>
        <p:spPr>
          <a:xfrm xmlns:a="http://schemas.openxmlformats.org/drawingml/2006/main">
            <a:off x="10883154" y="6238335"/>
            <a:ext cx="595312" cy="23869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marR="0" lvl="0" indent="0" algn="l">
              <a:lnSpc>
                <a:spcPct val="140000"/>
              </a:lnSpc>
              <a:spcBef>
                <a:spcPts val="0"/>
              </a:spcBef>
              <a:spcAft>
                <a:spcPts val="0"/>
              </a:spcAft>
              <a:buClr>
                <a:srgbClr val="1F2937"/>
              </a:buClr>
              <a:buSzPts val="1200"/>
              <a:buFont typeface="IBM Plex Sans KR"/>
              <a:buNone/>
            </a:pPr>
            <a:r>
              <a:rPr sz="1200" b="0" i="0" u="none" strike="noStrike" cap="none">
                <a:solidFill>
                  <a:srgbClr val="1F2937"/>
                </a:solidFill>
                <a:latin typeface="IBM Plex Sans KR"/>
                <a:ea typeface="IBM Plex Sans KR"/>
                <a:cs typeface="IBM Plex Sans KR"/>
              </a:rPr>
              <a:t>14 / 14</a:t>
            </a:r>
            <a:endParaRPr sz="1200" b="0" i="0" u="none" strike="noStrike" cap="none">
              <a:solidFill>
                <a:schemeClr val="dk1"/>
              </a:solidFill>
              <a:latin typeface="IBM Plex Sans KR"/>
              <a:ea typeface="IBM Plex Sans KR"/>
              <a:cs typeface="IBM Plex Sans KR"/>
            </a:endParaRPr>
          </a:p>
        </p:txBody>
      </p:sp>
    </p:spTree>
    <p:extLst>
      <p:ext uri="{BB962C8B-B14F-4D97-AF65-F5344CB8AC3E}">
        <p14:creationId xmlns:p14="http://schemas.microsoft.com/office/powerpoint/2010/main" val="1394883979"/>
      </p:ext>
    </p:extLst>
  </p:cSld>
</p:sld>
</file>

<file path=ppt/theme/theme1.xml><?xml version="1.0" encoding="utf-8"?>
<a:theme xmlns:a="http://schemas.openxmlformats.org/drawingml/2006/main" name="AI Agent 미니 프로젝트 결과 발표 템플릿">
  <a:themeElements>
    <a:clrScheme name="AI Agent 미니 프로젝트 결과 발표 템플릿">
      <a:dk1>
        <a:srgbClr val="1F2937"/>
      </a:dk1>
      <a:lt1>
        <a:srgbClr val="FBFCFE"/>
      </a:lt1>
      <a:dk2>
        <a:srgbClr val="565E69"/>
      </a:dk2>
      <a:lt2>
        <a:srgbClr val="E5E7EA"/>
      </a:lt2>
      <a:accent1>
        <a:srgbClr val="1D4ED8"/>
      </a:accent1>
      <a:accent2>
        <a:srgbClr val="9AA0A6"/>
      </a:accent2>
      <a:accent3>
        <a:srgbClr val="777D87"/>
      </a:accent3>
      <a:accent4>
        <a:srgbClr val="989DA4"/>
      </a:accent4>
      <a:accent5>
        <a:srgbClr val="B9BDC2"/>
      </a:accent5>
      <a:accent6>
        <a:srgbClr val="CFD2D6"/>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I Agent 미니 프로젝트 결과 발표 템플릿">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ns0:coreProperties xmlns:dc="http://purl.org/dc/elements/1.1/" xmlns:ns0="http://schemas.openxmlformats.org/package/2006/metadata/core-properties" xmlns:ns2="http://purl.org/dc/terms/" xmlns:xsi="http://www.w3.org/2001/XMLSchema-instance">
  <dc:creator>Jolup Project</dc:creator>
  <ns0:lastModifiedBy>Jolup Project</ns0:lastModifiedBy>
  <dc:title>Presentation</dc:title>
  <ns2:created xsi:type="dcterms:W3CDTF">2026-10-26T04:55:59.2780000Z</ns2:created>
  <ns2:modified xsi:type="dcterms:W3CDTF">2026-10-26T04:55:59.2780000Z</ns2:modified>
</ns0:coreProperties>
</file>